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4EE-3C33-4214-B552-2DC371B700F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9EB27-1FDB-45DC-954E-189D62B97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 </a:t>
            </a:r>
            <a:r>
              <a:rPr lang="en-US" altLang="ko-KR"/>
              <a:t>INTRO(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의 시작</a:t>
            </a:r>
            <a:r>
              <a:rPr lang="en-US" altLang="ko-KR"/>
              <a:t>. </a:t>
            </a:r>
            <a:r>
              <a:rPr lang="ko-KR" altLang="en-US"/>
              <a:t>대학도서관 실무에서 </a:t>
            </a:r>
            <a:r>
              <a:rPr lang="en-US" altLang="ko-KR"/>
              <a:t>AI</a:t>
            </a:r>
            <a:r>
              <a:rPr lang="ko-KR" altLang="en-US"/>
              <a:t>에게 맡겨볼 수 있는 일을 탐색하는 교육임을 소개한다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요청된 기능명을 중심으로 구성한 검토용 슬라이드</a:t>
            </a:r>
            <a:r>
              <a:rPr lang="en-US" altLang="ko-KR"/>
              <a:t>. Astra, Work </a:t>
            </a:r>
            <a:r>
              <a:rPr lang="ko-KR" altLang="en-US"/>
              <a:t>등의 구체적인 정의와 제공 조건은 본문에 추가하지 않았다</a:t>
            </a:r>
            <a:r>
              <a:rPr lang="en-US" altLang="ko-KR"/>
              <a:t>. </a:t>
            </a:r>
            <a:r>
              <a:rPr lang="ko-KR" altLang="en-US"/>
              <a:t>발표 전 최신 공식 정보로 기능명 및 설명을 확인하여 수정할 예정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95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슬라이드의 기능을 하나씩 짚으며 사용 경험을 묻는다</a:t>
            </a:r>
            <a:r>
              <a:rPr lang="en-US" altLang="ko-KR"/>
              <a:t>. </a:t>
            </a:r>
            <a:r>
              <a:rPr lang="ko-KR" altLang="en-US"/>
              <a:t>써봤다 </a:t>
            </a:r>
            <a:r>
              <a:rPr lang="en-US" altLang="ko-KR"/>
              <a:t>/ </a:t>
            </a:r>
            <a:r>
              <a:rPr lang="ko-KR" altLang="en-US"/>
              <a:t>들어봤다 </a:t>
            </a:r>
            <a:r>
              <a:rPr lang="en-US" altLang="ko-KR"/>
              <a:t>/ </a:t>
            </a:r>
            <a:r>
              <a:rPr lang="ko-KR" altLang="en-US"/>
              <a:t>처음 본다 중 해당하는 반응에 손을 들도록 유도한다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8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핵심 메시지</a:t>
            </a:r>
            <a:r>
              <a:rPr lang="en-US" altLang="ko-KR"/>
              <a:t>: </a:t>
            </a:r>
            <a:r>
              <a:rPr lang="ko-KR" altLang="en-US"/>
              <a:t>질문하는 </a:t>
            </a:r>
            <a:r>
              <a:rPr lang="en-US" altLang="ko-KR"/>
              <a:t>AI → </a:t>
            </a:r>
            <a:r>
              <a:rPr lang="ko-KR" altLang="en-US"/>
              <a:t>일하는 </a:t>
            </a:r>
            <a:r>
              <a:rPr lang="en-US" altLang="ko-KR"/>
              <a:t>AI. </a:t>
            </a:r>
            <a:r>
              <a:rPr lang="ko-KR" altLang="en-US"/>
              <a:t>답변을 받는 데서 나아가</a:t>
            </a:r>
            <a:r>
              <a:rPr lang="en-US" altLang="ko-KR"/>
              <a:t>, </a:t>
            </a:r>
            <a:r>
              <a:rPr lang="ko-KR" altLang="en-US"/>
              <a:t>작업을 지시하고 파일을 확인하며 결과물을 만드는 흐름으로 활용 범위가 확장됨을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비개발자가 자연어로 작업을 지시하는 관점에서 소개한다</a:t>
            </a:r>
            <a:r>
              <a:rPr lang="en-US" altLang="ko-KR"/>
              <a:t>. Desktop</a:t>
            </a:r>
            <a:r>
              <a:rPr lang="ko-KR" altLang="en-US"/>
              <a:t>과 </a:t>
            </a:r>
            <a:r>
              <a:rPr lang="en-US" altLang="ko-KR"/>
              <a:t>Codex</a:t>
            </a:r>
            <a:r>
              <a:rPr lang="ko-KR" altLang="en-US"/>
              <a:t>의 구체적인 제공 기능 및 환경은 실제 시연 화면에 맞춰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0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교육계획안의 실습 순서를 안내한다</a:t>
            </a:r>
            <a:r>
              <a:rPr lang="en-US" altLang="ko-KR"/>
              <a:t>: </a:t>
            </a:r>
            <a:r>
              <a:rPr lang="ko-KR" altLang="en-US"/>
              <a:t>텍스트 파일 정리 → </a:t>
            </a:r>
            <a:r>
              <a:rPr lang="en-US" altLang="ko-KR"/>
              <a:t>Excel </a:t>
            </a:r>
            <a:r>
              <a:rPr lang="ko-KR" altLang="en-US"/>
              <a:t>통합</a:t>
            </a:r>
            <a:r>
              <a:rPr lang="en-US" altLang="ko-KR"/>
              <a:t>·</a:t>
            </a:r>
            <a:r>
              <a:rPr lang="ko-KR" altLang="en-US"/>
              <a:t>집계</a:t>
            </a:r>
            <a:r>
              <a:rPr lang="en-US" altLang="ko-KR"/>
              <a:t>·</a:t>
            </a:r>
            <a:r>
              <a:rPr lang="ko-KR" altLang="en-US"/>
              <a:t>그래프 → 웹사이트 제작</a:t>
            </a:r>
            <a:r>
              <a:rPr lang="en-US" altLang="ko-KR"/>
              <a:t>·</a:t>
            </a:r>
            <a:r>
              <a:rPr lang="ko-KR" altLang="en-US"/>
              <a:t>수정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6</a:t>
            </a:r>
            <a:r>
              <a:rPr lang="ko-KR" altLang="en-US"/>
              <a:t>장으로 </a:t>
            </a:r>
            <a:r>
              <a:rPr lang="en-US" altLang="ko-KR"/>
              <a:t>INTRO</a:t>
            </a:r>
            <a:r>
              <a:rPr lang="ko-KR" altLang="en-US"/>
              <a:t>를 마치며</a:t>
            </a:r>
            <a:r>
              <a:rPr lang="en-US" altLang="ko-KR"/>
              <a:t>, </a:t>
            </a:r>
            <a:r>
              <a:rPr lang="ko-KR" altLang="en-US"/>
              <a:t>다음부터 실제 화면 시연으로 전환한다</a:t>
            </a:r>
            <a:r>
              <a:rPr lang="en-US" altLang="ko-KR"/>
              <a:t>. </a:t>
            </a:r>
            <a:r>
              <a:rPr lang="ko-KR" altLang="en-US"/>
              <a:t>이번 파일에는 </a:t>
            </a:r>
            <a:r>
              <a:rPr lang="en-US" altLang="ko-KR"/>
              <a:t>PART 1 </a:t>
            </a:r>
            <a:r>
              <a:rPr lang="ko-KR" altLang="en-US"/>
              <a:t>이후 슬라이드를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4B0C2-80B3-4D22-A88C-A23009356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121CC-DCE2-4350-A35A-D0A41954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E0F12-6278-46CE-A119-B26ADF0F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0796D-82FB-422D-BFC5-CC623C28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08FE5-0A9D-45CB-BC85-11505B30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A3781-A109-45DE-940F-1006D642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97C70-6D50-4C16-8624-8910814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1B83-9422-4DE9-BFDB-4F5D5474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0B51-732F-4BD5-9BA8-51761F44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E87FB-1F82-42AA-A2E3-DB374A0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E8C1-1D36-40F8-B3A3-9E8C2AD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DE158-8F5A-44E7-A418-3FCCDD4F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D3FC-3011-448D-A37E-7D66F126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899EA-889E-4917-ADB7-30966E9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504E7-F7C0-4DBA-BE14-D08FA7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E59CD-0ABF-4AEB-826C-E2857CF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1846A-7335-4084-B413-80D7E561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4DF8-DD20-42D3-8396-D693B147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28485-B958-4C82-B520-D87500F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DACF6-09EC-416F-93B3-17C931B8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A05CD-27CE-420F-A63F-95CF9E8A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8E1B3-9269-4475-91A6-F7979AE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32C6F-EADA-462D-865F-15693F4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B124D-0CD5-4F71-A226-FD18AB93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F5BFC0-8631-49CC-BFC4-B1C7F0131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619587-7FA4-49BE-89F9-7E07C0958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38DF0A-4F1C-4000-9E14-CE357774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AD85A-E3A5-4DF8-A0E9-2B39DF73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5F99EF-77F4-4808-A319-3E97679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ACFD0-0E6B-48D1-B548-DA7CB98F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2D42A2-9300-4EF8-95E4-BF7A3CE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7C848-7DCB-45B8-B184-9C331D55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05B7B-AD20-4FBE-8A8D-794BB3C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4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AE091-3B4A-46F8-BAB4-1BAC0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9A8298-2EC4-4DBF-A160-0DF459A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A41B2-DD48-4213-9D87-E9D68DB6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F932-3C1C-4756-9CD1-08EDAF1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9CA85-C55C-46F0-B83A-8B4571ED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41BB0-C28D-408B-9E3A-F73A3F3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E27A9-D2C3-4C30-B944-DFD1DA5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6766E-9861-4CA0-8280-01CE0852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510FF-50EE-42D3-8781-283D597A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708-17F4-4C3E-94A4-F8F72699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676C8-858B-466B-94F9-2545773B3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561EF-E2E4-478D-96E4-1AEC63E3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2194F-0079-413D-95B8-8DE139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3CA0F-ED3A-4C90-ADC3-3BFF6506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2C394-5ACD-4F06-B4E6-E522B88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5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38B06-5A76-4EF8-AD74-5A80541D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6BC5B-9863-49FC-8E3F-5AFCED8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A3563-A3B2-40E2-B7C0-5D0B6C0A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23EAF-8CAC-4CDE-A99E-642B864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81D3-3F8D-4F6F-8C09-335192E8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522186-D551-432F-A7E6-08F597FC7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798C2-D9A1-4180-A3B4-44E6FD70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FA5C-E13F-4044-AEBD-3A9B109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630A8-6B0C-48BD-ACF3-44B1D17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8239-11BD-4B54-BF65-DA62CD78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E4912B-0ADA-4619-9DD3-78DA0BA9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4494D-D2D5-4E82-AD8E-2245DEA4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1347E-C35D-49AE-BE2F-DF5AE500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CE631-6298-40FA-AA3D-A7CDD757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8C31B-8DDC-4496-B88B-32FC85F87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5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45E85-E949-4759-9AD4-11E7FE977C1F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ADA2-A37E-4E52-A838-EFBE93DD343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직원 대상 내부교육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B7ED957-3ED9-482A-A110-E2FE2A194D8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0130D6-725A-4AE5-8DE5-0FA04FE5F04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86FF-7F1E-448C-BE6D-FF5EB00AD6C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E8A04F-915A-4961-A8E9-E08CE9DE91AF}"/>
              </a:ext>
            </a:extLst>
          </p:cNvPr>
          <p:cNvSpPr/>
          <p:nvPr/>
        </p:nvSpPr>
        <p:spPr>
          <a:xfrm>
            <a:off x="609600" y="1574800"/>
            <a:ext cx="6096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1461B-BC0F-4AA8-B0EF-C5C8A9DF2A99}"/>
              </a:ext>
            </a:extLst>
          </p:cNvPr>
          <p:cNvSpPr txBox="1"/>
          <p:nvPr/>
        </p:nvSpPr>
        <p:spPr>
          <a:xfrm>
            <a:off x="609600" y="1955800"/>
            <a:ext cx="8128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
</a:t>
            </a:r>
            <a:r>
              <a:rPr lang="en-US" altLang="ko-KR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CFE0-324C-4079-ABA2-CB1E42B08D7A}"/>
              </a:ext>
            </a:extLst>
          </p:cNvPr>
          <p:cNvSpPr txBox="1"/>
          <p:nvPr/>
        </p:nvSpPr>
        <p:spPr>
          <a:xfrm>
            <a:off x="635000" y="4038600"/>
            <a:ext cx="723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737D4-592F-4714-9A4A-6CB8C0274056}"/>
              </a:ext>
            </a:extLst>
          </p:cNvPr>
          <p:cNvSpPr txBox="1"/>
          <p:nvPr/>
        </p:nvSpPr>
        <p:spPr>
          <a:xfrm>
            <a:off x="635000" y="55880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차시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2026. 9.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BD569D-C96E-4CA0-AFA0-56B40DCA8381}"/>
              </a:ext>
            </a:extLst>
          </p:cNvPr>
          <p:cNvSpPr/>
          <p:nvPr/>
        </p:nvSpPr>
        <p:spPr>
          <a:xfrm>
            <a:off x="8661400" y="1841500"/>
            <a:ext cx="2921000" cy="32131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AFF823-AF29-4F9F-9360-F35B9091B49C}"/>
              </a:ext>
            </a:extLst>
          </p:cNvPr>
          <p:cNvSpPr/>
          <p:nvPr/>
        </p:nvSpPr>
        <p:spPr>
          <a:xfrm>
            <a:off x="9004300" y="2235200"/>
            <a:ext cx="2209800" cy="1574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74B2BC-4BF4-4CBA-9AE5-69F7647F04AD}"/>
              </a:ext>
            </a:extLst>
          </p:cNvPr>
          <p:cNvSpPr/>
          <p:nvPr/>
        </p:nvSpPr>
        <p:spPr>
          <a:xfrm>
            <a:off x="9207500" y="2501900"/>
            <a:ext cx="14097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BAC8C-1E8B-420A-9285-D75957795E5B}"/>
              </a:ext>
            </a:extLst>
          </p:cNvPr>
          <p:cNvSpPr txBox="1"/>
          <p:nvPr/>
        </p:nvSpPr>
        <p:spPr>
          <a:xfrm>
            <a:off x="9309100" y="2565400"/>
            <a:ext cx="1206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D46B2EA-BD67-4B02-8FFE-2F051FFEDF2C}"/>
              </a:ext>
            </a:extLst>
          </p:cNvPr>
          <p:cNvCxnSpPr/>
          <p:nvPr/>
        </p:nvCxnSpPr>
        <p:spPr>
          <a:xfrm>
            <a:off x="9271000" y="3225800"/>
            <a:ext cx="16256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12B4E4-4B39-4C17-BABA-6754696A8B00}"/>
              </a:ext>
            </a:extLst>
          </p:cNvPr>
          <p:cNvCxnSpPr/>
          <p:nvPr/>
        </p:nvCxnSpPr>
        <p:spPr>
          <a:xfrm>
            <a:off x="9271000" y="3390900"/>
            <a:ext cx="11938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94552B-3A64-45DF-9BA8-7EDFEA58AA3F}"/>
              </a:ext>
            </a:extLst>
          </p:cNvPr>
          <p:cNvCxnSpPr/>
          <p:nvPr/>
        </p:nvCxnSpPr>
        <p:spPr>
          <a:xfrm>
            <a:off x="10109200" y="3822700"/>
            <a:ext cx="0" cy="25400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404322-52A1-4B44-B642-8DBAC8A7501D}"/>
              </a:ext>
            </a:extLst>
          </p:cNvPr>
          <p:cNvCxnSpPr/>
          <p:nvPr/>
        </p:nvCxnSpPr>
        <p:spPr>
          <a:xfrm>
            <a:off x="9728200" y="4076700"/>
            <a:ext cx="762000" cy="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304A39-CB49-4A53-9A8F-39422329C13E}"/>
              </a:ext>
            </a:extLst>
          </p:cNvPr>
          <p:cNvSpPr/>
          <p:nvPr/>
        </p:nvSpPr>
        <p:spPr>
          <a:xfrm>
            <a:off x="10655300" y="4330700"/>
            <a:ext cx="482600" cy="609600"/>
          </a:xfrm>
          <a:prstGeom prst="roundRect">
            <a:avLst>
              <a:gd name="adj" fmla="val 13000"/>
            </a:avLst>
          </a:prstGeom>
          <a:solidFill>
            <a:srgbClr val="168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FF98009-BFE4-4667-B816-283C09E7CF64}"/>
              </a:ext>
            </a:extLst>
          </p:cNvPr>
          <p:cNvCxnSpPr/>
          <p:nvPr/>
        </p:nvCxnSpPr>
        <p:spPr>
          <a:xfrm>
            <a:off x="10769600" y="45466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86AE9C-D7A8-4264-B280-AE543D5C69D7}"/>
              </a:ext>
            </a:extLst>
          </p:cNvPr>
          <p:cNvCxnSpPr/>
          <p:nvPr/>
        </p:nvCxnSpPr>
        <p:spPr>
          <a:xfrm>
            <a:off x="10769600" y="46482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B34BA6-12D9-4C09-BEEA-22E3A747ED58}"/>
              </a:ext>
            </a:extLst>
          </p:cNvPr>
          <p:cNvCxnSpPr/>
          <p:nvPr/>
        </p:nvCxnSpPr>
        <p:spPr>
          <a:xfrm>
            <a:off x="10769600" y="4749800"/>
            <a:ext cx="1651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D5B24-7691-4382-BDB8-0D321114509D}"/>
              </a:ext>
            </a:extLst>
          </p:cNvPr>
          <p:cNvSpPr/>
          <p:nvPr/>
        </p:nvSpPr>
        <p:spPr>
          <a:xfrm>
            <a:off x="9004300" y="4343400"/>
            <a:ext cx="1422400" cy="43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FD73-A127-4E9B-B025-CF3AFBB90F97}"/>
              </a:ext>
            </a:extLst>
          </p:cNvPr>
          <p:cNvSpPr txBox="1"/>
          <p:nvPr/>
        </p:nvSpPr>
        <p:spPr>
          <a:xfrm>
            <a:off x="9067800" y="44196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· </a:t>
            </a:r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229016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9AAF-A949-4C3A-A11E-8AA22602EF93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0A5C-6876-408D-B8A1-224E2ECDFA0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FCA00-05F0-47C1-AABD-AF9DE7ADE860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 달라졌습니다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8DB3D9-08CB-41FF-A2A3-F22600E1FE23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34478E-04FC-4DBE-8EEC-48C2B73E4A3B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B2F4-BDF4-427E-ABA6-3B50B9F3918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0E9BDD-B5F1-4E70-B709-6BDF19113D99}"/>
              </a:ext>
            </a:extLst>
          </p:cNvPr>
          <p:cNvCxnSpPr/>
          <p:nvPr/>
        </p:nvCxnSpPr>
        <p:spPr>
          <a:xfrm flipH="1" flipV="1">
            <a:off x="2222500" y="2540000"/>
            <a:ext cx="38735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0739C6-EA17-4A3F-B344-AF47A92BCA35}"/>
              </a:ext>
            </a:extLst>
          </p:cNvPr>
          <p:cNvCxnSpPr/>
          <p:nvPr/>
        </p:nvCxnSpPr>
        <p:spPr>
          <a:xfrm flipV="1">
            <a:off x="6096000" y="2540000"/>
            <a:ext cx="35687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1BB4CD-E772-4273-BD2E-C6142B2EFE75}"/>
              </a:ext>
            </a:extLst>
          </p:cNvPr>
          <p:cNvCxnSpPr/>
          <p:nvPr/>
        </p:nvCxnSpPr>
        <p:spPr>
          <a:xfrm flipH="1">
            <a:off x="2222500" y="3479800"/>
            <a:ext cx="38735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8F5CC-62EA-4906-A5EF-A3FAD7D96E34}"/>
              </a:ext>
            </a:extLst>
          </p:cNvPr>
          <p:cNvCxnSpPr/>
          <p:nvPr/>
        </p:nvCxnSpPr>
        <p:spPr>
          <a:xfrm>
            <a:off x="6096000" y="3479800"/>
            <a:ext cx="35687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B2703-4127-4D74-B548-CF992A244B1C}"/>
              </a:ext>
            </a:extLst>
          </p:cNvPr>
          <p:cNvCxnSpPr/>
          <p:nvPr/>
        </p:nvCxnSpPr>
        <p:spPr>
          <a:xfrm flipH="1">
            <a:off x="4711700" y="3479800"/>
            <a:ext cx="13843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231E35-66B2-4362-9813-F5FFFED5CE96}"/>
              </a:ext>
            </a:extLst>
          </p:cNvPr>
          <p:cNvCxnSpPr/>
          <p:nvPr/>
        </p:nvCxnSpPr>
        <p:spPr>
          <a:xfrm>
            <a:off x="6096000" y="3479800"/>
            <a:ext cx="16891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208EB0-973C-4D5A-BE0A-2237970286B3}"/>
              </a:ext>
            </a:extLst>
          </p:cNvPr>
          <p:cNvSpPr/>
          <p:nvPr/>
        </p:nvSpPr>
        <p:spPr>
          <a:xfrm>
            <a:off x="8128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7C6D-F4D7-45F8-B7DB-F42765AF7FDB}"/>
              </a:ext>
            </a:extLst>
          </p:cNvPr>
          <p:cNvSpPr txBox="1"/>
          <p:nvPr/>
        </p:nvSpPr>
        <p:spPr>
          <a:xfrm>
            <a:off x="9652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9C7AF2-89C0-4309-81F0-D0DB6E229E05}"/>
              </a:ext>
            </a:extLst>
          </p:cNvPr>
          <p:cNvSpPr/>
          <p:nvPr/>
        </p:nvSpPr>
        <p:spPr>
          <a:xfrm>
            <a:off x="82550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D4B7-EBAE-4250-8A40-E2CB540786EA}"/>
              </a:ext>
            </a:extLst>
          </p:cNvPr>
          <p:cNvSpPr txBox="1"/>
          <p:nvPr/>
        </p:nvSpPr>
        <p:spPr>
          <a:xfrm>
            <a:off x="84074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6C1F63-D635-475E-8C90-9549571AA7B3}"/>
              </a:ext>
            </a:extLst>
          </p:cNvPr>
          <p:cNvSpPr/>
          <p:nvPr/>
        </p:nvSpPr>
        <p:spPr>
          <a:xfrm>
            <a:off x="8128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E86AC-C1D4-4962-8AE3-26DC97C82A8B}"/>
              </a:ext>
            </a:extLst>
          </p:cNvPr>
          <p:cNvSpPr txBox="1"/>
          <p:nvPr/>
        </p:nvSpPr>
        <p:spPr>
          <a:xfrm>
            <a:off x="9652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76130D-AD51-407A-B5BE-81CE676D46DB}"/>
              </a:ext>
            </a:extLst>
          </p:cNvPr>
          <p:cNvSpPr/>
          <p:nvPr/>
        </p:nvSpPr>
        <p:spPr>
          <a:xfrm>
            <a:off x="82550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C93E-CE66-4691-BFE8-24506580B0E9}"/>
              </a:ext>
            </a:extLst>
          </p:cNvPr>
          <p:cNvSpPr txBox="1"/>
          <p:nvPr/>
        </p:nvSpPr>
        <p:spPr>
          <a:xfrm>
            <a:off x="84074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7C64EF-5BE1-43B5-8A85-5E2F208BE9CD}"/>
              </a:ext>
            </a:extLst>
          </p:cNvPr>
          <p:cNvSpPr/>
          <p:nvPr/>
        </p:nvSpPr>
        <p:spPr>
          <a:xfrm>
            <a:off x="33020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EEECA-372F-4C3E-AABB-B24649660368}"/>
              </a:ext>
            </a:extLst>
          </p:cNvPr>
          <p:cNvSpPr txBox="1"/>
          <p:nvPr/>
        </p:nvSpPr>
        <p:spPr>
          <a:xfrm>
            <a:off x="34544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FDC14E-E3AD-439C-94D7-1E722D36802B}"/>
              </a:ext>
            </a:extLst>
          </p:cNvPr>
          <p:cNvSpPr/>
          <p:nvPr/>
        </p:nvSpPr>
        <p:spPr>
          <a:xfrm>
            <a:off x="63754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4F12C-87A9-41BB-B511-E1A443376593}"/>
              </a:ext>
            </a:extLst>
          </p:cNvPr>
          <p:cNvSpPr txBox="1"/>
          <p:nvPr/>
        </p:nvSpPr>
        <p:spPr>
          <a:xfrm>
            <a:off x="65278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새로운 기능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8165B4-C9F4-4BB1-96BA-433259B86716}"/>
              </a:ext>
            </a:extLst>
          </p:cNvPr>
          <p:cNvSpPr/>
          <p:nvPr/>
        </p:nvSpPr>
        <p:spPr>
          <a:xfrm>
            <a:off x="4673600" y="2755900"/>
            <a:ext cx="2844800" cy="1397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009E0-E3FE-4BC1-AD69-8527D1DFD8DD}"/>
              </a:ext>
            </a:extLst>
          </p:cNvPr>
          <p:cNvSpPr txBox="1"/>
          <p:nvPr/>
        </p:nvSpPr>
        <p:spPr>
          <a:xfrm>
            <a:off x="4838700" y="3187700"/>
            <a:ext cx="251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3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6FD6F-A9E4-45B6-B48E-BD6E9E5DAE42}"/>
              </a:ext>
            </a:extLst>
          </p:cNvPr>
          <p:cNvSpPr txBox="1"/>
          <p:nvPr/>
        </p:nvSpPr>
        <p:spPr>
          <a:xfrm>
            <a:off x="609600" y="57912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계속해서 새로운 작업 방식으로 확장되고 있습니다</a:t>
            </a:r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2F59F-40CF-44BD-AD9F-B40AC5211744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95209-73A1-4100-A789-7CD467806A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이야기하기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5B5B3-F027-4C41-9E93-53ADB37E2FB9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다들 써보셨나요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D5015B-B127-47D1-BB92-7A27E0ACFE7A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B4E66-4EE7-4CB2-839E-81C7588446F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96D02-CEAD-4A14-97CD-244687CD0DE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38A4B-8BFF-4231-86AF-058EF5F60062}"/>
              </a:ext>
            </a:extLst>
          </p:cNvPr>
          <p:cNvSpPr/>
          <p:nvPr/>
        </p:nvSpPr>
        <p:spPr>
          <a:xfrm>
            <a:off x="6096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1A2C-BF93-4319-8DBC-9C73EABE181B}"/>
              </a:ext>
            </a:extLst>
          </p:cNvPr>
          <p:cNvSpPr txBox="1"/>
          <p:nvPr/>
        </p:nvSpPr>
        <p:spPr>
          <a:xfrm>
            <a:off x="6858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3C30F4-BE27-4D20-BFA6-3542390173C0}"/>
              </a:ext>
            </a:extLst>
          </p:cNvPr>
          <p:cNvSpPr/>
          <p:nvPr/>
        </p:nvSpPr>
        <p:spPr>
          <a:xfrm>
            <a:off x="28448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F769E-F575-4ABA-A81A-2AED1644184D}"/>
              </a:ext>
            </a:extLst>
          </p:cNvPr>
          <p:cNvSpPr txBox="1"/>
          <p:nvPr/>
        </p:nvSpPr>
        <p:spPr>
          <a:xfrm>
            <a:off x="29210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A83B57-B795-49B3-A26C-03E2EED85861}"/>
              </a:ext>
            </a:extLst>
          </p:cNvPr>
          <p:cNvSpPr/>
          <p:nvPr/>
        </p:nvSpPr>
        <p:spPr>
          <a:xfrm>
            <a:off x="50800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AF424-A587-4375-A7A8-81817AFB6BAB}"/>
              </a:ext>
            </a:extLst>
          </p:cNvPr>
          <p:cNvSpPr txBox="1"/>
          <p:nvPr/>
        </p:nvSpPr>
        <p:spPr>
          <a:xfrm>
            <a:off x="51562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9F3161-5412-419C-B0C5-FDA35E3490F0}"/>
              </a:ext>
            </a:extLst>
          </p:cNvPr>
          <p:cNvSpPr/>
          <p:nvPr/>
        </p:nvSpPr>
        <p:spPr>
          <a:xfrm>
            <a:off x="73152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65DFD-B4DE-4AAB-A1E7-31E8E07F369C}"/>
              </a:ext>
            </a:extLst>
          </p:cNvPr>
          <p:cNvSpPr txBox="1"/>
          <p:nvPr/>
        </p:nvSpPr>
        <p:spPr>
          <a:xfrm>
            <a:off x="73914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DA886B-7DBC-4DFC-AB76-D14A019E0EB8}"/>
              </a:ext>
            </a:extLst>
          </p:cNvPr>
          <p:cNvSpPr/>
          <p:nvPr/>
        </p:nvSpPr>
        <p:spPr>
          <a:xfrm>
            <a:off x="95504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F2A23-8F0A-492E-873A-EA480DBB11D4}"/>
              </a:ext>
            </a:extLst>
          </p:cNvPr>
          <p:cNvSpPr txBox="1"/>
          <p:nvPr/>
        </p:nvSpPr>
        <p:spPr>
          <a:xfrm>
            <a:off x="96266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CFB4B6-BC66-403B-8116-7B5FF5FC7104}"/>
              </a:ext>
            </a:extLst>
          </p:cNvPr>
          <p:cNvSpPr/>
          <p:nvPr/>
        </p:nvSpPr>
        <p:spPr>
          <a:xfrm>
            <a:off x="6096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FBB15-9AC8-49C8-9BE0-CDB83A5AF320}"/>
              </a:ext>
            </a:extLst>
          </p:cNvPr>
          <p:cNvSpPr txBox="1"/>
          <p:nvPr/>
        </p:nvSpPr>
        <p:spPr>
          <a:xfrm>
            <a:off x="15748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20E92-3B4A-40F4-9E63-0D1D14C8EB89}"/>
              </a:ext>
            </a:extLst>
          </p:cNvPr>
          <p:cNvSpPr txBox="1"/>
          <p:nvPr/>
        </p:nvSpPr>
        <p:spPr>
          <a:xfrm>
            <a:off x="8636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써봤다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B78F92-3E55-4A0C-93A8-40BBA54B4C58}"/>
              </a:ext>
            </a:extLst>
          </p:cNvPr>
          <p:cNvSpPr/>
          <p:nvPr/>
        </p:nvSpPr>
        <p:spPr>
          <a:xfrm>
            <a:off x="43688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49BC5-FBF8-4D55-9BC5-0A84D0771356}"/>
              </a:ext>
            </a:extLst>
          </p:cNvPr>
          <p:cNvSpPr txBox="1"/>
          <p:nvPr/>
        </p:nvSpPr>
        <p:spPr>
          <a:xfrm>
            <a:off x="53340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16866B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D5D99-8F2D-4813-B1C4-E56A5A01B1A3}"/>
              </a:ext>
            </a:extLst>
          </p:cNvPr>
          <p:cNvSpPr txBox="1"/>
          <p:nvPr/>
        </p:nvSpPr>
        <p:spPr>
          <a:xfrm>
            <a:off x="46228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들어봤다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BAA56A-9513-40E9-8F2B-9C54AC4BAA8B}"/>
              </a:ext>
            </a:extLst>
          </p:cNvPr>
          <p:cNvSpPr/>
          <p:nvPr/>
        </p:nvSpPr>
        <p:spPr>
          <a:xfrm>
            <a:off x="81280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B82D2-8388-499C-AE01-7ADAF467B448}"/>
              </a:ext>
            </a:extLst>
          </p:cNvPr>
          <p:cNvSpPr txBox="1"/>
          <p:nvPr/>
        </p:nvSpPr>
        <p:spPr>
          <a:xfrm>
            <a:off x="90932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47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7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62E27-F7BB-4C65-BC8F-9579BBEF1AB7}"/>
              </a:ext>
            </a:extLst>
          </p:cNvPr>
          <p:cNvSpPr txBox="1"/>
          <p:nvPr/>
        </p:nvSpPr>
        <p:spPr>
          <a:xfrm>
            <a:off x="83820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1BC3-3016-4046-8668-0E6233F0F48E}"/>
              </a:ext>
            </a:extLst>
          </p:cNvPr>
          <p:cNvSpPr txBox="1"/>
          <p:nvPr/>
        </p:nvSpPr>
        <p:spPr>
          <a:xfrm>
            <a:off x="609600" y="58293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손을 들어 함께 알려주세요</a:t>
            </a:r>
          </a:p>
        </p:txBody>
      </p:sp>
    </p:spTree>
    <p:extLst>
      <p:ext uri="{BB962C8B-B14F-4D97-AF65-F5344CB8AC3E}">
        <p14:creationId xmlns:p14="http://schemas.microsoft.com/office/powerpoint/2010/main" val="160021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8D7EC-9E26-49CA-9A6F-5B773308F14B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E35F-FF0B-4592-82B1-54D6E8B155A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핵심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DE6B-7C39-446E-87E4-BC44B542DA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변화는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A12820-F916-4086-86DC-1ED2F0F3CB07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78E63D-E70A-47DA-9338-CC0B7BCD9D5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0A14-3E2F-4BA2-84F7-070DCC54411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55239-0B44-4449-99C3-27FEC560BAC9}"/>
              </a:ext>
            </a:extLst>
          </p:cNvPr>
          <p:cNvSpPr txBox="1"/>
          <p:nvPr/>
        </p:nvSpPr>
        <p:spPr>
          <a:xfrm>
            <a:off x="609600" y="1993900"/>
            <a:ext cx="393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질문하는 </a:t>
            </a:r>
            <a:r>
              <a:rPr lang="en-US" altLang="ko-KR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39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D95E-9D2E-48B6-8B71-D90CDBD4644E}"/>
              </a:ext>
            </a:extLst>
          </p:cNvPr>
          <p:cNvSpPr txBox="1"/>
          <p:nvPr/>
        </p:nvSpPr>
        <p:spPr>
          <a:xfrm>
            <a:off x="4800600" y="1905000"/>
            <a:ext cx="12192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73897-F02C-43C8-842D-360E3A4A7741}"/>
              </a:ext>
            </a:extLst>
          </p:cNvPr>
          <p:cNvSpPr txBox="1"/>
          <p:nvPr/>
        </p:nvSpPr>
        <p:spPr>
          <a:xfrm>
            <a:off x="6413500" y="1993900"/>
            <a:ext cx="508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일하는 </a:t>
            </a:r>
            <a:r>
              <a:rPr lang="en-US" altLang="ko-KR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4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6BC87-B139-4D41-A3E1-5C2F3F8F3769}"/>
              </a:ext>
            </a:extLst>
          </p:cNvPr>
          <p:cNvSpPr/>
          <p:nvPr/>
        </p:nvSpPr>
        <p:spPr>
          <a:xfrm>
            <a:off x="609600" y="3352800"/>
            <a:ext cx="3530600" cy="20320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D2F5D-73CB-4907-8788-A5B61BA7AB8A}"/>
              </a:ext>
            </a:extLst>
          </p:cNvPr>
          <p:cNvSpPr txBox="1"/>
          <p:nvPr/>
        </p:nvSpPr>
        <p:spPr>
          <a:xfrm>
            <a:off x="914400" y="4064000"/>
            <a:ext cx="106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46DEF-9DF6-4F4B-94E7-BF2719080AD9}"/>
              </a:ext>
            </a:extLst>
          </p:cNvPr>
          <p:cNvSpPr txBox="1"/>
          <p:nvPr/>
        </p:nvSpPr>
        <p:spPr>
          <a:xfrm>
            <a:off x="2019300" y="4051300"/>
            <a:ext cx="622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3F5B-A91A-48E9-B067-54AE278C78A6}"/>
              </a:ext>
            </a:extLst>
          </p:cNvPr>
          <p:cNvSpPr txBox="1"/>
          <p:nvPr/>
        </p:nvSpPr>
        <p:spPr>
          <a:xfrm>
            <a:off x="2705100" y="4064000"/>
            <a:ext cx="109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9B54D-01FA-43ED-8C4B-21E95909C7A2}"/>
              </a:ext>
            </a:extLst>
          </p:cNvPr>
          <p:cNvSpPr txBox="1"/>
          <p:nvPr/>
        </p:nvSpPr>
        <p:spPr>
          <a:xfrm>
            <a:off x="4279900" y="4013200"/>
            <a:ext cx="609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040524-558E-4574-852C-3C799CB83C57}"/>
              </a:ext>
            </a:extLst>
          </p:cNvPr>
          <p:cNvSpPr/>
          <p:nvPr/>
        </p:nvSpPr>
        <p:spPr>
          <a:xfrm>
            <a:off x="5067300" y="3352800"/>
            <a:ext cx="6515100" cy="2032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9C47-026C-4078-9374-39433EF601B3}"/>
              </a:ext>
            </a:extLst>
          </p:cNvPr>
          <p:cNvSpPr txBox="1"/>
          <p:nvPr/>
        </p:nvSpPr>
        <p:spPr>
          <a:xfrm>
            <a:off x="52705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62EE7D2-BAA2-42E1-8DE6-76BC2BB43658}"/>
              </a:ext>
            </a:extLst>
          </p:cNvPr>
          <p:cNvSpPr/>
          <p:nvPr/>
        </p:nvSpPr>
        <p:spPr>
          <a:xfrm>
            <a:off x="52705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B0A34-7D02-4D31-9F08-CF04112E110F}"/>
              </a:ext>
            </a:extLst>
          </p:cNvPr>
          <p:cNvSpPr txBox="1"/>
          <p:nvPr/>
        </p:nvSpPr>
        <p:spPr>
          <a:xfrm>
            <a:off x="53086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0CC98-B220-4B7F-8CDC-BF3C39A97DFD}"/>
              </a:ext>
            </a:extLst>
          </p:cNvPr>
          <p:cNvSpPr txBox="1"/>
          <p:nvPr/>
        </p:nvSpPr>
        <p:spPr>
          <a:xfrm>
            <a:off x="66421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099A5-3740-45A7-B2A2-99698222902A}"/>
              </a:ext>
            </a:extLst>
          </p:cNvPr>
          <p:cNvSpPr txBox="1"/>
          <p:nvPr/>
        </p:nvSpPr>
        <p:spPr>
          <a:xfrm>
            <a:off x="68453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1EADC1-585B-4AA5-AFEC-45A9DA3513AB}"/>
              </a:ext>
            </a:extLst>
          </p:cNvPr>
          <p:cNvSpPr/>
          <p:nvPr/>
        </p:nvSpPr>
        <p:spPr>
          <a:xfrm>
            <a:off x="68453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A0701-FBDD-4229-B734-F3D36E6031DD}"/>
              </a:ext>
            </a:extLst>
          </p:cNvPr>
          <p:cNvSpPr txBox="1"/>
          <p:nvPr/>
        </p:nvSpPr>
        <p:spPr>
          <a:xfrm>
            <a:off x="68834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3EE-63EE-4445-B4FB-9C491AC0AC5E}"/>
              </a:ext>
            </a:extLst>
          </p:cNvPr>
          <p:cNvSpPr txBox="1"/>
          <p:nvPr/>
        </p:nvSpPr>
        <p:spPr>
          <a:xfrm>
            <a:off x="82169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8E265-6748-4F42-8DD0-9E65C447D1CB}"/>
              </a:ext>
            </a:extLst>
          </p:cNvPr>
          <p:cNvSpPr txBox="1"/>
          <p:nvPr/>
        </p:nvSpPr>
        <p:spPr>
          <a:xfrm>
            <a:off x="84201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4A8C3-E436-4484-B37E-FA74C208CCFB}"/>
              </a:ext>
            </a:extLst>
          </p:cNvPr>
          <p:cNvSpPr/>
          <p:nvPr/>
        </p:nvSpPr>
        <p:spPr>
          <a:xfrm>
            <a:off x="84201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29C63-21B4-4669-8F2A-01840B16B2DB}"/>
              </a:ext>
            </a:extLst>
          </p:cNvPr>
          <p:cNvSpPr txBox="1"/>
          <p:nvPr/>
        </p:nvSpPr>
        <p:spPr>
          <a:xfrm>
            <a:off x="84582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6653-AAB8-4D3C-B2C6-50EEBA79CF86}"/>
              </a:ext>
            </a:extLst>
          </p:cNvPr>
          <p:cNvSpPr txBox="1"/>
          <p:nvPr/>
        </p:nvSpPr>
        <p:spPr>
          <a:xfrm>
            <a:off x="97917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3FBAB-E715-4D80-829F-E5B4673F805A}"/>
              </a:ext>
            </a:extLst>
          </p:cNvPr>
          <p:cNvSpPr txBox="1"/>
          <p:nvPr/>
        </p:nvSpPr>
        <p:spPr>
          <a:xfrm>
            <a:off x="99949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4A2AEF-8AAA-47BF-9CD5-DE7A3DD4C25C}"/>
              </a:ext>
            </a:extLst>
          </p:cNvPr>
          <p:cNvSpPr/>
          <p:nvPr/>
        </p:nvSpPr>
        <p:spPr>
          <a:xfrm>
            <a:off x="99949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72492-D3D7-4B8E-A90D-3DFCF3DF3899}"/>
              </a:ext>
            </a:extLst>
          </p:cNvPr>
          <p:cNvSpPr txBox="1"/>
          <p:nvPr/>
        </p:nvSpPr>
        <p:spPr>
          <a:xfrm>
            <a:off x="100330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303633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61331-8F1F-4E3C-8CFF-3FC29B482951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9B1E0-BA25-489D-9483-7CFD04C07D0B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가지 작업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F737-1A60-413C-BDB8-5B7EE73CD9D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앱에서는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BBE92-A9C3-47AA-BE81-965351DB33E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0EF5A3-5119-44D9-B795-103CC4E3FB54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D5FEB-21D1-4C84-AC3F-6D69FA7DE3CD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7DB5C-682D-4600-85B5-A18E431D69AF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물어볼까</a:t>
            </a:r>
            <a:r>
              <a:rPr lang="en-US" altLang="ko-KR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3557B-6D2F-40FA-AFBD-F012C17B832F}"/>
              </a:ext>
            </a:extLst>
          </p:cNvPr>
          <p:cNvSpPr txBox="1"/>
          <p:nvPr/>
        </p:nvSpPr>
        <p:spPr>
          <a:xfrm>
            <a:off x="5689600" y="54737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1BDEA-A3CE-44E8-9624-F16F1C1652AB}"/>
              </a:ext>
            </a:extLst>
          </p:cNvPr>
          <p:cNvSpPr txBox="1"/>
          <p:nvPr/>
        </p:nvSpPr>
        <p:spPr>
          <a:xfrm>
            <a:off x="609600" y="58293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맡겨볼까</a:t>
            </a:r>
            <a:r>
              <a:rPr lang="en-US" altLang="ko-KR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6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6CD708-1674-4421-91F6-8D0612DFBCE9}"/>
              </a:ext>
            </a:extLst>
          </p:cNvPr>
          <p:cNvSpPr/>
          <p:nvPr/>
        </p:nvSpPr>
        <p:spPr>
          <a:xfrm>
            <a:off x="609600" y="1866900"/>
            <a:ext cx="10972800" cy="313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A2A9D-F651-4950-8437-E742599BF099}"/>
              </a:ext>
            </a:extLst>
          </p:cNvPr>
          <p:cNvSpPr txBox="1"/>
          <p:nvPr/>
        </p:nvSpPr>
        <p:spPr>
          <a:xfrm>
            <a:off x="889000" y="2057400"/>
            <a:ext cx="1041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D066A-2EE0-49A0-9254-4BA1AF772A72}"/>
              </a:ext>
            </a:extLst>
          </p:cNvPr>
          <p:cNvSpPr txBox="1"/>
          <p:nvPr/>
        </p:nvSpPr>
        <p:spPr>
          <a:xfrm>
            <a:off x="889000" y="25019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사용하는 새로운 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환경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A73BA12-6C7A-4537-B213-BA31F0C7BEBD}"/>
              </a:ext>
            </a:extLst>
          </p:cNvPr>
          <p:cNvSpPr/>
          <p:nvPr/>
        </p:nvSpPr>
        <p:spPr>
          <a:xfrm>
            <a:off x="8128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61239-2196-4992-AA54-AB1974DB39AC}"/>
              </a:ext>
            </a:extLst>
          </p:cNvPr>
          <p:cNvSpPr txBox="1"/>
          <p:nvPr/>
        </p:nvSpPr>
        <p:spPr>
          <a:xfrm>
            <a:off x="10287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49B94-A4EF-40CF-9D92-12D260DEF97C}"/>
              </a:ext>
            </a:extLst>
          </p:cNvPr>
          <p:cNvSpPr txBox="1"/>
          <p:nvPr/>
        </p:nvSpPr>
        <p:spPr>
          <a:xfrm>
            <a:off x="10287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질문하고 대화하기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C70567-A262-4B52-88BB-7B19F2106F54}"/>
              </a:ext>
            </a:extLst>
          </p:cNvPr>
          <p:cNvSpPr txBox="1"/>
          <p:nvPr/>
        </p:nvSpPr>
        <p:spPr>
          <a:xfrm>
            <a:off x="10287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익숙한 대화 방식
질문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CACA9-FB18-4A8D-90F1-CC6A1B9887C5}"/>
              </a:ext>
            </a:extLst>
          </p:cNvPr>
          <p:cNvSpPr/>
          <p:nvPr/>
        </p:nvSpPr>
        <p:spPr>
          <a:xfrm>
            <a:off x="44704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D8ACCC-B966-4DED-A0C5-58026DA948B4}"/>
              </a:ext>
            </a:extLst>
          </p:cNvPr>
          <p:cNvSpPr txBox="1"/>
          <p:nvPr/>
        </p:nvSpPr>
        <p:spPr>
          <a:xfrm>
            <a:off x="46863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5C83E-C3F1-433F-BDAE-CA8E3ABB8AB2}"/>
              </a:ext>
            </a:extLst>
          </p:cNvPr>
          <p:cNvSpPr txBox="1"/>
          <p:nvPr/>
        </p:nvSpPr>
        <p:spPr>
          <a:xfrm>
            <a:off x="46863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작업을 맡기기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73012-E245-4041-A173-2FB880881A67}"/>
              </a:ext>
            </a:extLst>
          </p:cNvPr>
          <p:cNvSpPr txBox="1"/>
          <p:nvPr/>
        </p:nvSpPr>
        <p:spPr>
          <a:xfrm>
            <a:off x="46863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조사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등 여러 단계 작업
문서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스프레드시트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79F97F1-8D05-47E1-9A8A-184470C9C94F}"/>
              </a:ext>
            </a:extLst>
          </p:cNvPr>
          <p:cNvSpPr/>
          <p:nvPr/>
        </p:nvSpPr>
        <p:spPr>
          <a:xfrm>
            <a:off x="81280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8E9CFD-B9D6-4D6E-9BA6-7054CD94F529}"/>
              </a:ext>
            </a:extLst>
          </p:cNvPr>
          <p:cNvSpPr txBox="1"/>
          <p:nvPr/>
        </p:nvSpPr>
        <p:spPr>
          <a:xfrm>
            <a:off x="83439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2B230-D04A-4E1A-93E5-67B2B384D6E4}"/>
              </a:ext>
            </a:extLst>
          </p:cNvPr>
          <p:cNvSpPr txBox="1"/>
          <p:nvPr/>
        </p:nvSpPr>
        <p:spPr>
          <a:xfrm>
            <a:off x="83439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파일과 도구로 작업하기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B0A40-AEBA-475F-AF72-6FD1FC20BD23}"/>
              </a:ext>
            </a:extLst>
          </p:cNvPr>
          <p:cNvSpPr txBox="1"/>
          <p:nvPr/>
        </p:nvSpPr>
        <p:spPr>
          <a:xfrm>
            <a:off x="83439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지시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폴더와 파일
파일 생성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</p:spTree>
    <p:extLst>
      <p:ext uri="{BB962C8B-B14F-4D97-AF65-F5344CB8AC3E}">
        <p14:creationId xmlns:p14="http://schemas.microsoft.com/office/powerpoint/2010/main" val="22386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AD1B-EB91-4E45-9CAC-6C62756C01D7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B342-0C7D-4F05-AE63-020E2C469AE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42D3-5D24-4DA8-9168-A4E072C33AEE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세 가지 일을 맡겨보겠습니다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E7B55B-98AC-48FB-9E06-4807B5C14F3D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75F7F9-6CAA-4C23-AD3D-98B11AEB2C3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637A-B327-41ED-BEC1-27A03E84159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688981-8E32-408B-9FBE-AE4D3EFEC3A3}"/>
              </a:ext>
            </a:extLst>
          </p:cNvPr>
          <p:cNvSpPr/>
          <p:nvPr/>
        </p:nvSpPr>
        <p:spPr>
          <a:xfrm>
            <a:off x="609600" y="3314700"/>
            <a:ext cx="3454400" cy="2057400"/>
          </a:xfrm>
          <a:prstGeom prst="roundRect">
            <a:avLst>
              <a:gd name="adj" fmla="val 13000"/>
            </a:avLst>
          </a:prstGeom>
          <a:solidFill>
            <a:srgbClr val="EFF4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D520-262F-4DEF-B602-231B0C3528EC}"/>
              </a:ext>
            </a:extLst>
          </p:cNvPr>
          <p:cNvSpPr txBox="1"/>
          <p:nvPr/>
        </p:nvSpPr>
        <p:spPr>
          <a:xfrm>
            <a:off x="889000" y="35687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D5CB-9D15-4182-8E93-56BC42B8A21F}"/>
              </a:ext>
            </a:extLst>
          </p:cNvPr>
          <p:cNvSpPr txBox="1"/>
          <p:nvPr/>
        </p:nvSpPr>
        <p:spPr>
          <a:xfrm>
            <a:off x="889000" y="4076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D4218-537E-47B2-92F9-26015B280DA3}"/>
              </a:ext>
            </a:extLst>
          </p:cNvPr>
          <p:cNvSpPr txBox="1"/>
          <p:nvPr/>
        </p:nvSpPr>
        <p:spPr>
          <a:xfrm>
            <a:off x="8890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확인 → 정리 → 새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574E-360F-47E5-9434-6F064B5C6699}"/>
              </a:ext>
            </a:extLst>
          </p:cNvPr>
          <p:cNvSpPr txBox="1"/>
          <p:nvPr/>
        </p:nvSpPr>
        <p:spPr>
          <a:xfrm>
            <a:off x="40767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323A47-CBCF-45CB-A197-DC015B295CC4}"/>
              </a:ext>
            </a:extLst>
          </p:cNvPr>
          <p:cNvSpPr/>
          <p:nvPr/>
        </p:nvSpPr>
        <p:spPr>
          <a:xfrm>
            <a:off x="4368800" y="2768600"/>
            <a:ext cx="3454400" cy="26035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97F39-2219-4BA7-AD2E-BA987993D104}"/>
              </a:ext>
            </a:extLst>
          </p:cNvPr>
          <p:cNvSpPr txBox="1"/>
          <p:nvPr/>
        </p:nvSpPr>
        <p:spPr>
          <a:xfrm>
            <a:off x="4648200" y="30226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FDB70-2675-4E37-9CF6-E87A9B43CB10}"/>
              </a:ext>
            </a:extLst>
          </p:cNvPr>
          <p:cNvSpPr txBox="1"/>
          <p:nvPr/>
        </p:nvSpPr>
        <p:spPr>
          <a:xfrm>
            <a:off x="4648200" y="35306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A7811-CA4B-4948-855E-67F86ADD52A6}"/>
              </a:ext>
            </a:extLst>
          </p:cNvPr>
          <p:cNvSpPr txBox="1"/>
          <p:nvPr/>
        </p:nvSpPr>
        <p:spPr>
          <a:xfrm>
            <a:off x="46482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→ 집계 →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E6F6-46AB-4206-A279-A49581CE0BEA}"/>
              </a:ext>
            </a:extLst>
          </p:cNvPr>
          <p:cNvSpPr txBox="1"/>
          <p:nvPr/>
        </p:nvSpPr>
        <p:spPr>
          <a:xfrm>
            <a:off x="78359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74E4BC-90F6-4E0A-AC48-7D38AB937E61}"/>
              </a:ext>
            </a:extLst>
          </p:cNvPr>
          <p:cNvSpPr/>
          <p:nvPr/>
        </p:nvSpPr>
        <p:spPr>
          <a:xfrm>
            <a:off x="8128000" y="2222500"/>
            <a:ext cx="3454400" cy="3149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04B5-049D-4669-B46B-0275EDD9E3D7}"/>
              </a:ext>
            </a:extLst>
          </p:cNvPr>
          <p:cNvSpPr txBox="1"/>
          <p:nvPr/>
        </p:nvSpPr>
        <p:spPr>
          <a:xfrm>
            <a:off x="8407400" y="24765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A0B2D-DCFF-4185-BD9F-27076BED047E}"/>
              </a:ext>
            </a:extLst>
          </p:cNvPr>
          <p:cNvSpPr txBox="1"/>
          <p:nvPr/>
        </p:nvSpPr>
        <p:spPr>
          <a:xfrm>
            <a:off x="8407400" y="2984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5FE49-39C5-424E-96E7-960095A46BF5}"/>
              </a:ext>
            </a:extLst>
          </p:cNvPr>
          <p:cNvSpPr txBox="1"/>
          <p:nvPr/>
        </p:nvSpPr>
        <p:spPr>
          <a:xfrm>
            <a:off x="84074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제작 → 수정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96DFB-1177-4400-A958-C9D3925963D8}"/>
              </a:ext>
            </a:extLst>
          </p:cNvPr>
          <p:cNvSpPr txBox="1"/>
          <p:nvPr/>
        </p:nvSpPr>
        <p:spPr>
          <a:xfrm>
            <a:off x="609600" y="57531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하나에서 시작해서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웹서비스까지</a:t>
            </a:r>
          </a:p>
        </p:txBody>
      </p:sp>
    </p:spTree>
    <p:extLst>
      <p:ext uri="{BB962C8B-B14F-4D97-AF65-F5344CB8AC3E}">
        <p14:creationId xmlns:p14="http://schemas.microsoft.com/office/powerpoint/2010/main" val="44128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1B185-043E-4C44-81D0-8D2EBF3755DB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3018C-F663-46D1-B292-C0E164BDD6D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C6032-6611-428A-BE1F-2BD0428B51A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정리도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맡길 수 있을까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FB4E2C-AE85-4819-887B-8D63A19BBBB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F738F3-A1D5-4317-9219-E9115B01866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61249-610F-4786-A1FB-F81B4BF496EB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3E9B41-BBB9-46AE-BFB3-EC8D21802A57}"/>
              </a:ext>
            </a:extLst>
          </p:cNvPr>
          <p:cNvSpPr/>
          <p:nvPr/>
        </p:nvSpPr>
        <p:spPr>
          <a:xfrm>
            <a:off x="609600" y="1917700"/>
            <a:ext cx="6604000" cy="33147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E18736A-4088-4EA6-8A2D-14A461D2BC8A}"/>
              </a:ext>
            </a:extLst>
          </p:cNvPr>
          <p:cNvSpPr/>
          <p:nvPr/>
        </p:nvSpPr>
        <p:spPr>
          <a:xfrm>
            <a:off x="609600" y="1917700"/>
            <a:ext cx="6604000" cy="59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2ADA94-B39D-40E2-BB54-95BEC7805647}"/>
              </a:ext>
            </a:extLst>
          </p:cNvPr>
          <p:cNvSpPr/>
          <p:nvPr/>
        </p:nvSpPr>
        <p:spPr>
          <a:xfrm>
            <a:off x="876300" y="2082800"/>
            <a:ext cx="177800" cy="889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25F4EE-A44B-46C1-AB6F-AF69A612B57A}"/>
              </a:ext>
            </a:extLst>
          </p:cNvPr>
          <p:cNvSpPr/>
          <p:nvPr/>
        </p:nvSpPr>
        <p:spPr>
          <a:xfrm>
            <a:off x="876300" y="2133600"/>
            <a:ext cx="292100" cy="203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3514B-CEB6-41D6-878D-9927575CB910}"/>
              </a:ext>
            </a:extLst>
          </p:cNvPr>
          <p:cNvSpPr txBox="1"/>
          <p:nvPr/>
        </p:nvSpPr>
        <p:spPr>
          <a:xfrm>
            <a:off x="1320800" y="2032000"/>
            <a:ext cx="368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업무자료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8646D-DF96-4D55-82F0-1A7252BA1CE8}"/>
              </a:ext>
            </a:extLst>
          </p:cNvPr>
          <p:cNvSpPr txBox="1"/>
          <p:nvPr/>
        </p:nvSpPr>
        <p:spPr>
          <a:xfrm>
            <a:off x="6616700" y="1993900"/>
            <a:ext cx="40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···</a:t>
            </a:r>
            <a:endParaRPr lang="ko-KR" altLang="en-US" sz="2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5552B2B-F702-4037-A200-678BA6266025}"/>
              </a:ext>
            </a:extLst>
          </p:cNvPr>
          <p:cNvSpPr/>
          <p:nvPr/>
        </p:nvSpPr>
        <p:spPr>
          <a:xfrm>
            <a:off x="939800" y="26924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E6C624-3B3A-4E55-B5BE-A40C066D803D}"/>
              </a:ext>
            </a:extLst>
          </p:cNvPr>
          <p:cNvCxnSpPr/>
          <p:nvPr/>
        </p:nvCxnSpPr>
        <p:spPr>
          <a:xfrm>
            <a:off x="990600" y="27813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E0FA2A0-477E-4725-9C0F-8A4312CFDC97}"/>
              </a:ext>
            </a:extLst>
          </p:cNvPr>
          <p:cNvCxnSpPr/>
          <p:nvPr/>
        </p:nvCxnSpPr>
        <p:spPr>
          <a:xfrm>
            <a:off x="990600" y="28448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4632D-4BC5-442C-81B0-888723B712AF}"/>
              </a:ext>
            </a:extLst>
          </p:cNvPr>
          <p:cNvSpPr txBox="1"/>
          <p:nvPr/>
        </p:nvSpPr>
        <p:spPr>
          <a:xfrm>
            <a:off x="1333500" y="26670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4F41D5-3557-45DD-9DF5-EACAA7E1E0BC}"/>
              </a:ext>
            </a:extLst>
          </p:cNvPr>
          <p:cNvSpPr/>
          <p:nvPr/>
        </p:nvSpPr>
        <p:spPr>
          <a:xfrm>
            <a:off x="939800" y="31623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E8E00A-B169-4125-B823-60D8505CDA2F}"/>
              </a:ext>
            </a:extLst>
          </p:cNvPr>
          <p:cNvCxnSpPr/>
          <p:nvPr/>
        </p:nvCxnSpPr>
        <p:spPr>
          <a:xfrm>
            <a:off x="990600" y="32512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EC0C556-E562-45A5-8CC2-53D03BDA7A4E}"/>
              </a:ext>
            </a:extLst>
          </p:cNvPr>
          <p:cNvCxnSpPr/>
          <p:nvPr/>
        </p:nvCxnSpPr>
        <p:spPr>
          <a:xfrm>
            <a:off x="990600" y="33147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D7F5CF-C0AB-4E28-9596-9ABEACAF9D16}"/>
              </a:ext>
            </a:extLst>
          </p:cNvPr>
          <p:cNvSpPr txBox="1"/>
          <p:nvPr/>
        </p:nvSpPr>
        <p:spPr>
          <a:xfrm>
            <a:off x="1333500" y="31369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A4CEBBD-083C-49CA-980C-DD5B89451316}"/>
              </a:ext>
            </a:extLst>
          </p:cNvPr>
          <p:cNvSpPr/>
          <p:nvPr/>
        </p:nvSpPr>
        <p:spPr>
          <a:xfrm>
            <a:off x="800100" y="3568700"/>
            <a:ext cx="6197600" cy="4064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3260115-C9BC-46CD-8020-3A7DBBE8825A}"/>
              </a:ext>
            </a:extLst>
          </p:cNvPr>
          <p:cNvSpPr/>
          <p:nvPr/>
        </p:nvSpPr>
        <p:spPr>
          <a:xfrm>
            <a:off x="939800" y="36322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241EAAF-A91E-42E3-8142-9C9578D482F4}"/>
              </a:ext>
            </a:extLst>
          </p:cNvPr>
          <p:cNvCxnSpPr/>
          <p:nvPr/>
        </p:nvCxnSpPr>
        <p:spPr>
          <a:xfrm>
            <a:off x="990600" y="37211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A64451-AFFC-4F72-BBD2-AA5DFA3E6CF6}"/>
              </a:ext>
            </a:extLst>
          </p:cNvPr>
          <p:cNvCxnSpPr/>
          <p:nvPr/>
        </p:nvCxnSpPr>
        <p:spPr>
          <a:xfrm>
            <a:off x="990600" y="37846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AD7A1B-9454-4298-A62F-D25476ABF1FB}"/>
              </a:ext>
            </a:extLst>
          </p:cNvPr>
          <p:cNvSpPr txBox="1"/>
          <p:nvPr/>
        </p:nvSpPr>
        <p:spPr>
          <a:xfrm>
            <a:off x="1333500" y="36068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6FA889-B22B-4E8E-8994-2C71A2B82871}"/>
              </a:ext>
            </a:extLst>
          </p:cNvPr>
          <p:cNvSpPr/>
          <p:nvPr/>
        </p:nvSpPr>
        <p:spPr>
          <a:xfrm>
            <a:off x="939800" y="41021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E940C31-9885-4078-A93D-12870A750000}"/>
              </a:ext>
            </a:extLst>
          </p:cNvPr>
          <p:cNvCxnSpPr/>
          <p:nvPr/>
        </p:nvCxnSpPr>
        <p:spPr>
          <a:xfrm>
            <a:off x="990600" y="41910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3A792FC-0FD6-45BD-AD14-F7A32ED032C0}"/>
              </a:ext>
            </a:extLst>
          </p:cNvPr>
          <p:cNvCxnSpPr/>
          <p:nvPr/>
        </p:nvCxnSpPr>
        <p:spPr>
          <a:xfrm>
            <a:off x="990600" y="42545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5581289-2FD4-4858-865B-CEBCC1419BAF}"/>
              </a:ext>
            </a:extLst>
          </p:cNvPr>
          <p:cNvSpPr txBox="1"/>
          <p:nvPr/>
        </p:nvSpPr>
        <p:spPr>
          <a:xfrm>
            <a:off x="1333500" y="40767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해야할일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142EB08-2D48-4722-B7E6-720FE9DD3AD0}"/>
              </a:ext>
            </a:extLst>
          </p:cNvPr>
          <p:cNvSpPr/>
          <p:nvPr/>
        </p:nvSpPr>
        <p:spPr>
          <a:xfrm>
            <a:off x="939800" y="45720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8BE8C83-6293-49B0-A724-FEF2144864C9}"/>
              </a:ext>
            </a:extLst>
          </p:cNvPr>
          <p:cNvCxnSpPr/>
          <p:nvPr/>
        </p:nvCxnSpPr>
        <p:spPr>
          <a:xfrm>
            <a:off x="990600" y="46609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408003-823C-45C0-A658-6768334E1843}"/>
              </a:ext>
            </a:extLst>
          </p:cNvPr>
          <p:cNvCxnSpPr/>
          <p:nvPr/>
        </p:nvCxnSpPr>
        <p:spPr>
          <a:xfrm>
            <a:off x="990600" y="47244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256E9A-FE82-43D9-A217-EC39613C3C32}"/>
              </a:ext>
            </a:extLst>
          </p:cNvPr>
          <p:cNvSpPr txBox="1"/>
          <p:nvPr/>
        </p:nvSpPr>
        <p:spPr>
          <a:xfrm>
            <a:off x="1333500" y="45466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이게뭐였지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7D88C-2940-42FC-B909-FFE8E90655E4}"/>
              </a:ext>
            </a:extLst>
          </p:cNvPr>
          <p:cNvSpPr txBox="1"/>
          <p:nvPr/>
        </p:nvSpPr>
        <p:spPr>
          <a:xfrm>
            <a:off x="7683500" y="2832100"/>
            <a:ext cx="381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뭐가 진짜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7BE100-4037-4FCE-A80F-897E87A021DB}"/>
              </a:ext>
            </a:extLst>
          </p:cNvPr>
          <p:cNvSpPr txBox="1"/>
          <p:nvPr/>
        </p:nvSpPr>
        <p:spPr>
          <a:xfrm>
            <a:off x="7683500" y="3429000"/>
            <a:ext cx="381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최종이지</a:t>
            </a:r>
            <a:r>
              <a:rPr lang="en-US" altLang="ko-KR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3CD7B5-8B9A-49D6-B789-30F4F0B4AAB7}"/>
              </a:ext>
            </a:extLst>
          </p:cNvPr>
          <p:cNvSpPr txBox="1"/>
          <p:nvPr/>
        </p:nvSpPr>
        <p:spPr>
          <a:xfrm>
            <a:off x="609600" y="54737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작업 흐름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2709C-D338-4B8C-BC74-DBBA299292E1}"/>
              </a:ext>
            </a:extLst>
          </p:cNvPr>
          <p:cNvSpPr txBox="1"/>
          <p:nvPr/>
        </p:nvSpPr>
        <p:spPr>
          <a:xfrm>
            <a:off x="6096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열기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404CE8-2DB2-4DFE-9C76-6AFE50A1FD95}"/>
              </a:ext>
            </a:extLst>
          </p:cNvPr>
          <p:cNvSpPr txBox="1"/>
          <p:nvPr/>
        </p:nvSpPr>
        <p:spPr>
          <a:xfrm>
            <a:off x="25654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050440-6B4E-458D-AB88-0F8597E14F8E}"/>
              </a:ext>
            </a:extLst>
          </p:cNvPr>
          <p:cNvSpPr txBox="1"/>
          <p:nvPr/>
        </p:nvSpPr>
        <p:spPr>
          <a:xfrm>
            <a:off x="28448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확인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2A78CC-A296-4702-B939-3B0F7BBB957E}"/>
              </a:ext>
            </a:extLst>
          </p:cNvPr>
          <p:cNvSpPr txBox="1"/>
          <p:nvPr/>
        </p:nvSpPr>
        <p:spPr>
          <a:xfrm>
            <a:off x="48006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602CA7-4276-497C-8855-63DB749FE9A7}"/>
              </a:ext>
            </a:extLst>
          </p:cNvPr>
          <p:cNvSpPr txBox="1"/>
          <p:nvPr/>
        </p:nvSpPr>
        <p:spPr>
          <a:xfrm>
            <a:off x="50800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내용 찾기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ACC431-3080-4C51-9EA2-F22B3AB4B29F}"/>
              </a:ext>
            </a:extLst>
          </p:cNvPr>
          <p:cNvSpPr txBox="1"/>
          <p:nvPr/>
        </p:nvSpPr>
        <p:spPr>
          <a:xfrm>
            <a:off x="70358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5481C5-3FC4-455D-8B5D-E1EBFAEF6DB4}"/>
              </a:ext>
            </a:extLst>
          </p:cNvPr>
          <p:cNvSpPr txBox="1"/>
          <p:nvPr/>
        </p:nvSpPr>
        <p:spPr>
          <a:xfrm>
            <a:off x="73152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정리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D849C-3692-4786-AFCA-D3A7AAA9FC86}"/>
              </a:ext>
            </a:extLst>
          </p:cNvPr>
          <p:cNvSpPr txBox="1"/>
          <p:nvPr/>
        </p:nvSpPr>
        <p:spPr>
          <a:xfrm>
            <a:off x="92710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BE8590-5A15-496E-BCA8-30833DA8AC68}"/>
              </a:ext>
            </a:extLst>
          </p:cNvPr>
          <p:cNvSpPr txBox="1"/>
          <p:nvPr/>
        </p:nvSpPr>
        <p:spPr>
          <a:xfrm>
            <a:off x="95504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저장</a:t>
            </a:r>
          </a:p>
        </p:txBody>
      </p:sp>
    </p:spTree>
    <p:extLst>
      <p:ext uri="{BB962C8B-B14F-4D97-AF65-F5344CB8AC3E}">
        <p14:creationId xmlns:p14="http://schemas.microsoft.com/office/powerpoint/2010/main" val="231294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189AC-AD0A-40CA-8D83-D9DCFC9F44A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E4D30-D25C-4B46-9D26-BB77E28B1FB8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5996B-70ED-485F-B7EA-9ED253893F1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그냥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부탁해보겠습니다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217CDF-6F53-4146-B08B-39BB8E3233FF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C0026C-6119-420F-8C19-327BAFC991A2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E274C-FE3C-4EA8-80AB-1B174B483EC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F65DD9-2F04-4522-B370-E0959F110B09}"/>
              </a:ext>
            </a:extLst>
          </p:cNvPr>
          <p:cNvSpPr/>
          <p:nvPr/>
        </p:nvSpPr>
        <p:spPr>
          <a:xfrm>
            <a:off x="609600" y="1930400"/>
            <a:ext cx="10972800" cy="29337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AB037-CE36-48D5-9BBA-4DA6B562F7A4}"/>
              </a:ext>
            </a:extLst>
          </p:cNvPr>
          <p:cNvSpPr txBox="1"/>
          <p:nvPr/>
        </p:nvSpPr>
        <p:spPr>
          <a:xfrm>
            <a:off x="927100" y="2133600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보내는 업무 요청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9A4FC5B-AB79-4B4D-A463-6ECD4617434C}"/>
              </a:ext>
            </a:extLst>
          </p:cNvPr>
          <p:cNvSpPr/>
          <p:nvPr/>
        </p:nvSpPr>
        <p:spPr>
          <a:xfrm>
            <a:off x="863600" y="2578100"/>
            <a:ext cx="10464800" cy="20447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FECFD-0851-44BF-ACB9-19C90F517D8A}"/>
              </a:ext>
            </a:extLst>
          </p:cNvPr>
          <p:cNvSpPr txBox="1"/>
          <p:nvPr/>
        </p:nvSpPr>
        <p:spPr>
          <a:xfrm>
            <a:off x="1117600" y="2768600"/>
            <a:ext cx="99568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폴더에 있는 텍스트 파일을 모두 확인하고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중복된 내용은 정리한 뒤 필요한 내용만 하나의 파일로 정리해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정리한 결과는 새로운 파일로 만들어
현재 폴더에 저장해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65D33-0173-4702-A4FF-814F50EE6D16}"/>
              </a:ext>
            </a:extLst>
          </p:cNvPr>
          <p:cNvSpPr txBox="1"/>
          <p:nvPr/>
        </p:nvSpPr>
        <p:spPr>
          <a:xfrm>
            <a:off x="6096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파일 확인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218D1-0191-471A-8A2B-8AFE0C8F727D}"/>
              </a:ext>
            </a:extLst>
          </p:cNvPr>
          <p:cNvSpPr txBox="1"/>
          <p:nvPr/>
        </p:nvSpPr>
        <p:spPr>
          <a:xfrm>
            <a:off x="31242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F8AF8-17E8-48D8-BFA9-FF0A2ED9D08D}"/>
              </a:ext>
            </a:extLst>
          </p:cNvPr>
          <p:cNvSpPr txBox="1"/>
          <p:nvPr/>
        </p:nvSpPr>
        <p:spPr>
          <a:xfrm>
            <a:off x="34290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내용 정리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2C5FE-9634-4780-859E-BA4C333B8407}"/>
              </a:ext>
            </a:extLst>
          </p:cNvPr>
          <p:cNvSpPr txBox="1"/>
          <p:nvPr/>
        </p:nvSpPr>
        <p:spPr>
          <a:xfrm>
            <a:off x="59436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576F8-3AAD-4A39-B374-06516DC07F0F}"/>
              </a:ext>
            </a:extLst>
          </p:cNvPr>
          <p:cNvSpPr txBox="1"/>
          <p:nvPr/>
        </p:nvSpPr>
        <p:spPr>
          <a:xfrm>
            <a:off x="62484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새 파일 생성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C77E53-D2B7-4FCF-BAAD-5F6811821B4E}"/>
              </a:ext>
            </a:extLst>
          </p:cNvPr>
          <p:cNvSpPr txBox="1"/>
          <p:nvPr/>
        </p:nvSpPr>
        <p:spPr>
          <a:xfrm>
            <a:off x="87630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8DFE4-8F87-454A-80B4-13D99B43D1A7}"/>
              </a:ext>
            </a:extLst>
          </p:cNvPr>
          <p:cNvSpPr txBox="1"/>
          <p:nvPr/>
        </p:nvSpPr>
        <p:spPr>
          <a:xfrm>
            <a:off x="90678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폴더에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B8E08-AAF1-4AB3-930B-C14A674CB920}"/>
              </a:ext>
            </a:extLst>
          </p:cNvPr>
          <p:cNvSpPr txBox="1"/>
          <p:nvPr/>
        </p:nvSpPr>
        <p:spPr>
          <a:xfrm>
            <a:off x="609600" y="58801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특별한 명령어 없이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작업을 자연어로 설명합니다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1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55767-489B-488E-93F4-682D2CF7FD0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C551D-4947-43B2-AF13-0D518FEB7C8D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87C2B-386B-42A0-A57D-E7523446369F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무엇이 달라졌을까요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702062-977B-41F0-9BDC-A94D5D5C88A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A9350D-03E5-42F6-BF11-CD6763337063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72A29-959D-41C5-8DF2-D220610C6E2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AB66D12-C1A1-492A-AFD3-CE7E936FACDF}"/>
              </a:ext>
            </a:extLst>
          </p:cNvPr>
          <p:cNvSpPr/>
          <p:nvPr/>
        </p:nvSpPr>
        <p:spPr>
          <a:xfrm>
            <a:off x="6096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62235FE-EA17-4235-81F3-5F7569897BE6}"/>
              </a:ext>
            </a:extLst>
          </p:cNvPr>
          <p:cNvSpPr/>
          <p:nvPr/>
        </p:nvSpPr>
        <p:spPr>
          <a:xfrm>
            <a:off x="62992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C69B3-0986-4098-972B-B619436B14B7}"/>
              </a:ext>
            </a:extLst>
          </p:cNvPr>
          <p:cNvSpPr txBox="1"/>
          <p:nvPr/>
        </p:nvSpPr>
        <p:spPr>
          <a:xfrm>
            <a:off x="9144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FFCA8-4F70-4FEA-A578-A3986F4779E5}"/>
              </a:ext>
            </a:extLst>
          </p:cNvPr>
          <p:cNvSpPr txBox="1"/>
          <p:nvPr/>
        </p:nvSpPr>
        <p:spPr>
          <a:xfrm>
            <a:off x="66040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작업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A1D74-EFF8-4402-8070-5F3F93B36993}"/>
              </a:ext>
            </a:extLst>
          </p:cNvPr>
          <p:cNvSpPr txBox="1"/>
          <p:nvPr/>
        </p:nvSpPr>
        <p:spPr>
          <a:xfrm>
            <a:off x="952500" y="27940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업로드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45853-AAFB-4DAE-8F27-DF29052FAB7A}"/>
              </a:ext>
            </a:extLst>
          </p:cNvPr>
          <p:cNvSpPr txBox="1"/>
          <p:nvPr/>
        </p:nvSpPr>
        <p:spPr>
          <a:xfrm>
            <a:off x="2882900" y="3162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F3D5C-F644-44B7-BAF6-389EA05361AB}"/>
              </a:ext>
            </a:extLst>
          </p:cNvPr>
          <p:cNvSpPr txBox="1"/>
          <p:nvPr/>
        </p:nvSpPr>
        <p:spPr>
          <a:xfrm>
            <a:off x="952500" y="3543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“요약해줘”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9E2B5-506E-4CD5-8254-37C2C6108944}"/>
              </a:ext>
            </a:extLst>
          </p:cNvPr>
          <p:cNvSpPr txBox="1"/>
          <p:nvPr/>
        </p:nvSpPr>
        <p:spPr>
          <a:xfrm>
            <a:off x="2882900" y="3924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2EF59-63E8-41BD-B1BD-F9204CD97B69}"/>
              </a:ext>
            </a:extLst>
          </p:cNvPr>
          <p:cNvSpPr txBox="1"/>
          <p:nvPr/>
        </p:nvSpPr>
        <p:spPr>
          <a:xfrm>
            <a:off x="952500" y="4305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4DABD-2025-4A8C-8D56-4867CF294AC8}"/>
              </a:ext>
            </a:extLst>
          </p:cNvPr>
          <p:cNvSpPr txBox="1"/>
          <p:nvPr/>
        </p:nvSpPr>
        <p:spPr>
          <a:xfrm>
            <a:off x="6604000" y="26416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 확인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C635C-4D7C-490B-8162-FBF43207F551}"/>
              </a:ext>
            </a:extLst>
          </p:cNvPr>
          <p:cNvSpPr txBox="1"/>
          <p:nvPr/>
        </p:nvSpPr>
        <p:spPr>
          <a:xfrm>
            <a:off x="8636000" y="29337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9257C-F09E-4CB6-95E1-118A1AE0FB02}"/>
              </a:ext>
            </a:extLst>
          </p:cNvPr>
          <p:cNvSpPr txBox="1"/>
          <p:nvPr/>
        </p:nvSpPr>
        <p:spPr>
          <a:xfrm>
            <a:off x="6604000" y="32131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내용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6A96B9-CD6A-450A-9C88-373486E364DC}"/>
              </a:ext>
            </a:extLst>
          </p:cNvPr>
          <p:cNvSpPr txBox="1"/>
          <p:nvPr/>
        </p:nvSpPr>
        <p:spPr>
          <a:xfrm>
            <a:off x="8636000" y="35052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7772F9-13D1-4464-B1E7-A280902B4E29}"/>
              </a:ext>
            </a:extLst>
          </p:cNvPr>
          <p:cNvSpPr txBox="1"/>
          <p:nvPr/>
        </p:nvSpPr>
        <p:spPr>
          <a:xfrm>
            <a:off x="6604000" y="37592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정리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241A3-4A10-4D36-A706-9F0CD4513823}"/>
              </a:ext>
            </a:extLst>
          </p:cNvPr>
          <p:cNvSpPr txBox="1"/>
          <p:nvPr/>
        </p:nvSpPr>
        <p:spPr>
          <a:xfrm>
            <a:off x="8636000" y="40386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1E6D06-7F52-4435-8136-67C7FB2F0B9F}"/>
              </a:ext>
            </a:extLst>
          </p:cNvPr>
          <p:cNvSpPr/>
          <p:nvPr/>
        </p:nvSpPr>
        <p:spPr>
          <a:xfrm>
            <a:off x="6616700" y="4318000"/>
            <a:ext cx="46482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B47D4-90C3-4E7E-BC7E-38FB95F88900}"/>
              </a:ext>
            </a:extLst>
          </p:cNvPr>
          <p:cNvSpPr txBox="1"/>
          <p:nvPr/>
        </p:nvSpPr>
        <p:spPr>
          <a:xfrm>
            <a:off x="6731000" y="4343400"/>
            <a:ext cx="441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생성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CA6FF-2D10-4537-BC8A-AC89866D40FA}"/>
              </a:ext>
            </a:extLst>
          </p:cNvPr>
          <p:cNvSpPr txBox="1"/>
          <p:nvPr/>
        </p:nvSpPr>
        <p:spPr>
          <a:xfrm>
            <a:off x="609600" y="50800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답변을 받은 것이 아니라</a:t>
            </a:r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lang="ko-KR" altLang="en-US" sz="22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3CD34E-70DA-439A-AA07-3462BF8F5360}"/>
              </a:ext>
            </a:extLst>
          </p:cNvPr>
          <p:cNvSpPr txBox="1"/>
          <p:nvPr/>
        </p:nvSpPr>
        <p:spPr>
          <a:xfrm>
            <a:off x="609600" y="5473700"/>
            <a:ext cx="1097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결과물을 만들었습니다</a:t>
            </a:r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70497D-BD50-41DF-99E4-F300A5CC9361}"/>
              </a:ext>
            </a:extLst>
          </p:cNvPr>
          <p:cNvSpPr txBox="1"/>
          <p:nvPr/>
        </p:nvSpPr>
        <p:spPr>
          <a:xfrm>
            <a:off x="609600" y="60706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파일이 한두 개가 아니라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매달 반복해서 쌓인다면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9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1899B-E8DD-4F8D-8608-44A4BFB276B8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Excel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89192-DDA5-473B-A889-395173F5839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7963A-4D2A-48CC-A0C6-A55B90126227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 파일이 여러 개라면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0E4C59-1A89-4F8D-93B0-94B886699B02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0C710A-56CC-4EC0-AEF7-E14B4169597F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3A5BA-6AE7-46F3-BE33-7A68941E2AD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115943-3B39-43E1-959A-496904422C3D}"/>
              </a:ext>
            </a:extLst>
          </p:cNvPr>
          <p:cNvSpPr/>
          <p:nvPr/>
        </p:nvSpPr>
        <p:spPr>
          <a:xfrm>
            <a:off x="609600" y="1917700"/>
            <a:ext cx="6604000" cy="33909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8CC543-C139-4DA1-A5A4-260ED7ADB15A}"/>
              </a:ext>
            </a:extLst>
          </p:cNvPr>
          <p:cNvSpPr/>
          <p:nvPr/>
        </p:nvSpPr>
        <p:spPr>
          <a:xfrm>
            <a:off x="609600" y="1917700"/>
            <a:ext cx="6604000" cy="584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8CB0D7-5E19-4715-8437-B67CD0AE9AD4}"/>
              </a:ext>
            </a:extLst>
          </p:cNvPr>
          <p:cNvSpPr/>
          <p:nvPr/>
        </p:nvSpPr>
        <p:spPr>
          <a:xfrm>
            <a:off x="863600" y="2070100"/>
            <a:ext cx="177800" cy="889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66572F0-50CB-45C0-AA0E-EB3BC102C7AF}"/>
              </a:ext>
            </a:extLst>
          </p:cNvPr>
          <p:cNvSpPr/>
          <p:nvPr/>
        </p:nvSpPr>
        <p:spPr>
          <a:xfrm>
            <a:off x="863600" y="2133600"/>
            <a:ext cx="292100" cy="203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9DA8E-7455-474B-A7FD-E87B77AAE039}"/>
              </a:ext>
            </a:extLst>
          </p:cNvPr>
          <p:cNvSpPr txBox="1"/>
          <p:nvPr/>
        </p:nvSpPr>
        <p:spPr>
          <a:xfrm>
            <a:off x="1308100" y="2032000"/>
            <a:ext cx="406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_2026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221F0-6175-47FD-B407-FBFCB626839D}"/>
              </a:ext>
            </a:extLst>
          </p:cNvPr>
          <p:cNvSpPr txBox="1"/>
          <p:nvPr/>
        </p:nvSpPr>
        <p:spPr>
          <a:xfrm>
            <a:off x="5803900" y="21082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파일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E292A60-3BDF-4409-BE92-DEED7D722BD0}"/>
              </a:ext>
            </a:extLst>
          </p:cNvPr>
          <p:cNvSpPr/>
          <p:nvPr/>
        </p:nvSpPr>
        <p:spPr>
          <a:xfrm>
            <a:off x="889000" y="2705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BD2203-282A-4120-B3D4-E71BB9EF7813}"/>
              </a:ext>
            </a:extLst>
          </p:cNvPr>
          <p:cNvCxnSpPr/>
          <p:nvPr/>
        </p:nvCxnSpPr>
        <p:spPr>
          <a:xfrm>
            <a:off x="9525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CC1C9C-C6E4-40C4-9699-23292FD8931C}"/>
              </a:ext>
            </a:extLst>
          </p:cNvPr>
          <p:cNvCxnSpPr/>
          <p:nvPr/>
        </p:nvCxnSpPr>
        <p:spPr>
          <a:xfrm>
            <a:off x="10160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A60F5B5-456B-4AFE-BA99-54838F08CBA1}"/>
              </a:ext>
            </a:extLst>
          </p:cNvPr>
          <p:cNvCxnSpPr/>
          <p:nvPr/>
        </p:nvCxnSpPr>
        <p:spPr>
          <a:xfrm>
            <a:off x="939800" y="2844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D2DA017-30A7-4F6D-B61B-9E83664F29AA}"/>
              </a:ext>
            </a:extLst>
          </p:cNvPr>
          <p:cNvCxnSpPr/>
          <p:nvPr/>
        </p:nvCxnSpPr>
        <p:spPr>
          <a:xfrm>
            <a:off x="939800" y="2921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8B68AB1-55DF-4193-845E-1F4763BAD27E}"/>
              </a:ext>
            </a:extLst>
          </p:cNvPr>
          <p:cNvSpPr txBox="1"/>
          <p:nvPr/>
        </p:nvSpPr>
        <p:spPr>
          <a:xfrm>
            <a:off x="1257300" y="2692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F74981-3AFC-46BA-B32B-A07E87C63976}"/>
              </a:ext>
            </a:extLst>
          </p:cNvPr>
          <p:cNvSpPr/>
          <p:nvPr/>
        </p:nvSpPr>
        <p:spPr>
          <a:xfrm>
            <a:off x="889000" y="3276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A3EB8C0-9174-488A-9ED4-37F536DC9A3A}"/>
              </a:ext>
            </a:extLst>
          </p:cNvPr>
          <p:cNvCxnSpPr/>
          <p:nvPr/>
        </p:nvCxnSpPr>
        <p:spPr>
          <a:xfrm>
            <a:off x="9525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1D0B82A-F20E-49D1-A158-757502B9BF9C}"/>
              </a:ext>
            </a:extLst>
          </p:cNvPr>
          <p:cNvCxnSpPr/>
          <p:nvPr/>
        </p:nvCxnSpPr>
        <p:spPr>
          <a:xfrm>
            <a:off x="10160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5BE7235-259B-40EA-896C-32E0E90254DD}"/>
              </a:ext>
            </a:extLst>
          </p:cNvPr>
          <p:cNvCxnSpPr/>
          <p:nvPr/>
        </p:nvCxnSpPr>
        <p:spPr>
          <a:xfrm>
            <a:off x="939800" y="3416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3A3D0E0-EFD2-43A5-AF50-70F727D0278D}"/>
              </a:ext>
            </a:extLst>
          </p:cNvPr>
          <p:cNvCxnSpPr/>
          <p:nvPr/>
        </p:nvCxnSpPr>
        <p:spPr>
          <a:xfrm>
            <a:off x="939800" y="3492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963BD5-A372-4423-B9F8-D16931437DB8}"/>
              </a:ext>
            </a:extLst>
          </p:cNvPr>
          <p:cNvSpPr txBox="1"/>
          <p:nvPr/>
        </p:nvSpPr>
        <p:spPr>
          <a:xfrm>
            <a:off x="1257300" y="3263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75E80F-C1E8-4260-B9CB-C8141B62ACAD}"/>
              </a:ext>
            </a:extLst>
          </p:cNvPr>
          <p:cNvSpPr/>
          <p:nvPr/>
        </p:nvSpPr>
        <p:spPr>
          <a:xfrm>
            <a:off x="889000" y="3848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5F26BE3-66C9-4257-8E02-E62269E6101F}"/>
              </a:ext>
            </a:extLst>
          </p:cNvPr>
          <p:cNvCxnSpPr/>
          <p:nvPr/>
        </p:nvCxnSpPr>
        <p:spPr>
          <a:xfrm>
            <a:off x="9525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644F871-9D66-467E-A72C-D58DEC1B1FF4}"/>
              </a:ext>
            </a:extLst>
          </p:cNvPr>
          <p:cNvCxnSpPr/>
          <p:nvPr/>
        </p:nvCxnSpPr>
        <p:spPr>
          <a:xfrm>
            <a:off x="10160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10427E0-D081-4B7C-9530-37AEDCFD4785}"/>
              </a:ext>
            </a:extLst>
          </p:cNvPr>
          <p:cNvCxnSpPr/>
          <p:nvPr/>
        </p:nvCxnSpPr>
        <p:spPr>
          <a:xfrm>
            <a:off x="939800" y="3987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32FE8D8-071D-4369-AE1F-2F7BBD2E7B4E}"/>
              </a:ext>
            </a:extLst>
          </p:cNvPr>
          <p:cNvCxnSpPr/>
          <p:nvPr/>
        </p:nvCxnSpPr>
        <p:spPr>
          <a:xfrm>
            <a:off x="939800" y="4064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1153BFA-0111-4AAE-86B2-3C7F7F5430D5}"/>
              </a:ext>
            </a:extLst>
          </p:cNvPr>
          <p:cNvSpPr txBox="1"/>
          <p:nvPr/>
        </p:nvSpPr>
        <p:spPr>
          <a:xfrm>
            <a:off x="1257300" y="3835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_3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9953560-598F-4EEC-84BA-783BEF0BA26D}"/>
              </a:ext>
            </a:extLst>
          </p:cNvPr>
          <p:cNvSpPr/>
          <p:nvPr/>
        </p:nvSpPr>
        <p:spPr>
          <a:xfrm>
            <a:off x="889000" y="4419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A707B2F-A1D9-4CFA-A75A-C638AD7159FE}"/>
              </a:ext>
            </a:extLst>
          </p:cNvPr>
          <p:cNvCxnSpPr/>
          <p:nvPr/>
        </p:nvCxnSpPr>
        <p:spPr>
          <a:xfrm>
            <a:off x="9525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26E0FE7-1F78-455C-9F45-B47EACF2AB1A}"/>
              </a:ext>
            </a:extLst>
          </p:cNvPr>
          <p:cNvCxnSpPr/>
          <p:nvPr/>
        </p:nvCxnSpPr>
        <p:spPr>
          <a:xfrm>
            <a:off x="10160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9B55757-4993-4F3F-A018-743BA2F4CBD7}"/>
              </a:ext>
            </a:extLst>
          </p:cNvPr>
          <p:cNvCxnSpPr/>
          <p:nvPr/>
        </p:nvCxnSpPr>
        <p:spPr>
          <a:xfrm>
            <a:off x="939800" y="4559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44188E0-0B27-4BCB-94FD-DECC2F1EE7C9}"/>
              </a:ext>
            </a:extLst>
          </p:cNvPr>
          <p:cNvCxnSpPr/>
          <p:nvPr/>
        </p:nvCxnSpPr>
        <p:spPr>
          <a:xfrm>
            <a:off x="939800" y="4635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023F1C-A6D8-4D59-9E1D-7EF06A89422A}"/>
              </a:ext>
            </a:extLst>
          </p:cNvPr>
          <p:cNvSpPr txBox="1"/>
          <p:nvPr/>
        </p:nvSpPr>
        <p:spPr>
          <a:xfrm>
            <a:off x="1257300" y="4406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_4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2B38AE6-EA14-4686-9CB0-E680FC589C8B}"/>
              </a:ext>
            </a:extLst>
          </p:cNvPr>
          <p:cNvSpPr/>
          <p:nvPr/>
        </p:nvSpPr>
        <p:spPr>
          <a:xfrm>
            <a:off x="4038600" y="2705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2C2B96-E055-462F-9817-44ABE7AFFED4}"/>
              </a:ext>
            </a:extLst>
          </p:cNvPr>
          <p:cNvCxnSpPr/>
          <p:nvPr/>
        </p:nvCxnSpPr>
        <p:spPr>
          <a:xfrm>
            <a:off x="41021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B7DD05F-D4D4-4812-B389-ED4A56E517CB}"/>
              </a:ext>
            </a:extLst>
          </p:cNvPr>
          <p:cNvCxnSpPr/>
          <p:nvPr/>
        </p:nvCxnSpPr>
        <p:spPr>
          <a:xfrm>
            <a:off x="4165600" y="2781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5EB266-25F4-452B-BA6D-425078A8319F}"/>
              </a:ext>
            </a:extLst>
          </p:cNvPr>
          <p:cNvCxnSpPr/>
          <p:nvPr/>
        </p:nvCxnSpPr>
        <p:spPr>
          <a:xfrm>
            <a:off x="4089400" y="2844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47D66AE-31A2-4EAA-8268-96712315CAC0}"/>
              </a:ext>
            </a:extLst>
          </p:cNvPr>
          <p:cNvCxnSpPr/>
          <p:nvPr/>
        </p:nvCxnSpPr>
        <p:spPr>
          <a:xfrm>
            <a:off x="4089400" y="2921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A1CC8FC-315D-4CB1-B168-F155774F2D41}"/>
              </a:ext>
            </a:extLst>
          </p:cNvPr>
          <p:cNvSpPr txBox="1"/>
          <p:nvPr/>
        </p:nvSpPr>
        <p:spPr>
          <a:xfrm>
            <a:off x="4406900" y="2692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_5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AB71C7C-27DB-4245-85FC-F4632DD2CAF9}"/>
              </a:ext>
            </a:extLst>
          </p:cNvPr>
          <p:cNvSpPr/>
          <p:nvPr/>
        </p:nvSpPr>
        <p:spPr>
          <a:xfrm>
            <a:off x="4038600" y="3276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EC0CC9F-AA28-4E89-9304-A17F0BD21DD6}"/>
              </a:ext>
            </a:extLst>
          </p:cNvPr>
          <p:cNvCxnSpPr/>
          <p:nvPr/>
        </p:nvCxnSpPr>
        <p:spPr>
          <a:xfrm>
            <a:off x="41021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B99E4DF-D24A-49EF-93E2-1F947A896D68}"/>
              </a:ext>
            </a:extLst>
          </p:cNvPr>
          <p:cNvCxnSpPr/>
          <p:nvPr/>
        </p:nvCxnSpPr>
        <p:spPr>
          <a:xfrm>
            <a:off x="4165600" y="3352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50C909F-7C61-449A-806D-E6AF07687039}"/>
              </a:ext>
            </a:extLst>
          </p:cNvPr>
          <p:cNvCxnSpPr/>
          <p:nvPr/>
        </p:nvCxnSpPr>
        <p:spPr>
          <a:xfrm>
            <a:off x="4089400" y="3416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FD4EC37-DBF5-4FAC-B98D-8B906DA5AB10}"/>
              </a:ext>
            </a:extLst>
          </p:cNvPr>
          <p:cNvCxnSpPr/>
          <p:nvPr/>
        </p:nvCxnSpPr>
        <p:spPr>
          <a:xfrm>
            <a:off x="4089400" y="3492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9BBC701-8BCA-4C21-8D7D-3B12D8BDD838}"/>
              </a:ext>
            </a:extLst>
          </p:cNvPr>
          <p:cNvSpPr txBox="1"/>
          <p:nvPr/>
        </p:nvSpPr>
        <p:spPr>
          <a:xfrm>
            <a:off x="4406900" y="3263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_6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A3F15AE-8134-45F5-9D80-DDFF00CD1C18}"/>
              </a:ext>
            </a:extLst>
          </p:cNvPr>
          <p:cNvSpPr/>
          <p:nvPr/>
        </p:nvSpPr>
        <p:spPr>
          <a:xfrm>
            <a:off x="4038600" y="38481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CC97DC1-CB2B-4975-BDD3-A337A0F99BC5}"/>
              </a:ext>
            </a:extLst>
          </p:cNvPr>
          <p:cNvCxnSpPr/>
          <p:nvPr/>
        </p:nvCxnSpPr>
        <p:spPr>
          <a:xfrm>
            <a:off x="41021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50EA2FA-1B6C-48AE-BEF1-E9967A66A043}"/>
              </a:ext>
            </a:extLst>
          </p:cNvPr>
          <p:cNvCxnSpPr/>
          <p:nvPr/>
        </p:nvCxnSpPr>
        <p:spPr>
          <a:xfrm>
            <a:off x="4165600" y="39243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9C868EA-E304-47C5-86FA-7DE952B9F446}"/>
              </a:ext>
            </a:extLst>
          </p:cNvPr>
          <p:cNvCxnSpPr/>
          <p:nvPr/>
        </p:nvCxnSpPr>
        <p:spPr>
          <a:xfrm>
            <a:off x="4089400" y="39878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264174C-D410-42B1-92B4-4B9145A0A9F6}"/>
              </a:ext>
            </a:extLst>
          </p:cNvPr>
          <p:cNvCxnSpPr/>
          <p:nvPr/>
        </p:nvCxnSpPr>
        <p:spPr>
          <a:xfrm>
            <a:off x="4089400" y="40640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3833D5F-F501-478A-B40A-E1E248613CC7}"/>
              </a:ext>
            </a:extLst>
          </p:cNvPr>
          <p:cNvSpPr txBox="1"/>
          <p:nvPr/>
        </p:nvSpPr>
        <p:spPr>
          <a:xfrm>
            <a:off x="4406900" y="38354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_7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75ECF0C-F372-4DE2-B5A9-2BE5619414E2}"/>
              </a:ext>
            </a:extLst>
          </p:cNvPr>
          <p:cNvSpPr/>
          <p:nvPr/>
        </p:nvSpPr>
        <p:spPr>
          <a:xfrm>
            <a:off x="4038600" y="4419600"/>
            <a:ext cx="241300" cy="2921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7CD63E-ECB8-479B-A99B-FCDE6D1CAD34}"/>
              </a:ext>
            </a:extLst>
          </p:cNvPr>
          <p:cNvCxnSpPr/>
          <p:nvPr/>
        </p:nvCxnSpPr>
        <p:spPr>
          <a:xfrm>
            <a:off x="41021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72BF60A-B900-46F6-9475-9A6B6D19B750}"/>
              </a:ext>
            </a:extLst>
          </p:cNvPr>
          <p:cNvCxnSpPr/>
          <p:nvPr/>
        </p:nvCxnSpPr>
        <p:spPr>
          <a:xfrm>
            <a:off x="4165600" y="4495800"/>
            <a:ext cx="0" cy="1524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F567394-6657-4E22-B440-3305474A0BA7}"/>
              </a:ext>
            </a:extLst>
          </p:cNvPr>
          <p:cNvCxnSpPr/>
          <p:nvPr/>
        </p:nvCxnSpPr>
        <p:spPr>
          <a:xfrm>
            <a:off x="4089400" y="45593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01C4E26-7D9B-4345-B217-C8EE5A13AB3F}"/>
              </a:ext>
            </a:extLst>
          </p:cNvPr>
          <p:cNvCxnSpPr/>
          <p:nvPr/>
        </p:nvCxnSpPr>
        <p:spPr>
          <a:xfrm>
            <a:off x="4089400" y="4635500"/>
            <a:ext cx="1397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A0CF27E-388E-4F94-A4BC-86BD27CCEA6B}"/>
              </a:ext>
            </a:extLst>
          </p:cNvPr>
          <p:cNvSpPr txBox="1"/>
          <p:nvPr/>
        </p:nvSpPr>
        <p:spPr>
          <a:xfrm>
            <a:off x="4406900" y="4406900"/>
            <a:ext cx="26543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이용통계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_8</a:t>
            </a:r>
            <a:r>
              <a:rPr lang="ko-KR" altLang="en-US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7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.xlsx</a:t>
            </a:r>
            <a:endParaRPr lang="ko-KR" altLang="en-US" sz="17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41C69C-6FD3-4816-AC55-4D7DE092B01E}"/>
              </a:ext>
            </a:extLst>
          </p:cNvPr>
          <p:cNvSpPr txBox="1"/>
          <p:nvPr/>
        </p:nvSpPr>
        <p:spPr>
          <a:xfrm>
            <a:off x="7645400" y="2717800"/>
            <a:ext cx="3937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파일을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D4E354-5AE7-4C3E-8425-C5FE0C3BE0B6}"/>
              </a:ext>
            </a:extLst>
          </p:cNvPr>
          <p:cNvSpPr txBox="1"/>
          <p:nvPr/>
        </p:nvSpPr>
        <p:spPr>
          <a:xfrm>
            <a:off x="7645400" y="3276600"/>
            <a:ext cx="3937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하나로 합쳐서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89F26-CD70-497C-8D47-583A871855CF}"/>
              </a:ext>
            </a:extLst>
          </p:cNvPr>
          <p:cNvSpPr txBox="1"/>
          <p:nvPr/>
        </p:nvSpPr>
        <p:spPr>
          <a:xfrm>
            <a:off x="7645400" y="3937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통계까지 내야 한다면</a:t>
            </a:r>
            <a:r>
              <a:rPr lang="en-US" altLang="ko-KR" sz="2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4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383623-5A1A-40F1-9F65-61CDDD277220}"/>
              </a:ext>
            </a:extLst>
          </p:cNvPr>
          <p:cNvSpPr txBox="1"/>
          <p:nvPr/>
        </p:nvSpPr>
        <p:spPr>
          <a:xfrm>
            <a:off x="7645400" y="47244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Ctrl+C, Ctrl+V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시간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5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CA3497-2082-4E13-AC9C-9884B71626ED}"/>
              </a:ext>
            </a:extLst>
          </p:cNvPr>
          <p:cNvSpPr txBox="1"/>
          <p:nvPr/>
        </p:nvSpPr>
        <p:spPr>
          <a:xfrm>
            <a:off x="609600" y="54864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수작업 흐름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D43094-BF65-41CC-9080-DF09BBA245E0}"/>
              </a:ext>
            </a:extLst>
          </p:cNvPr>
          <p:cNvSpPr txBox="1"/>
          <p:nvPr/>
        </p:nvSpPr>
        <p:spPr>
          <a:xfrm>
            <a:off x="6096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열기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99D7BE-8EC7-4029-A581-07F3DCC5F254}"/>
              </a:ext>
            </a:extLst>
          </p:cNvPr>
          <p:cNvSpPr txBox="1"/>
          <p:nvPr/>
        </p:nvSpPr>
        <p:spPr>
          <a:xfrm>
            <a:off x="25654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37F724-0B51-4C34-89BE-D71A5DC16F2E}"/>
              </a:ext>
            </a:extLst>
          </p:cNvPr>
          <p:cNvSpPr txBox="1"/>
          <p:nvPr/>
        </p:nvSpPr>
        <p:spPr>
          <a:xfrm>
            <a:off x="28448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붙여넣기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8DE1F0-0B71-40D6-8BD4-8D80BEC5B923}"/>
              </a:ext>
            </a:extLst>
          </p:cNvPr>
          <p:cNvSpPr txBox="1"/>
          <p:nvPr/>
        </p:nvSpPr>
        <p:spPr>
          <a:xfrm>
            <a:off x="48006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759A4A-AF94-4A51-AA6E-C9F28F5F64AE}"/>
              </a:ext>
            </a:extLst>
          </p:cNvPr>
          <p:cNvSpPr txBox="1"/>
          <p:nvPr/>
        </p:nvSpPr>
        <p:spPr>
          <a:xfrm>
            <a:off x="50800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6D497F-E340-4D53-9081-989115CC5136}"/>
              </a:ext>
            </a:extLst>
          </p:cNvPr>
          <p:cNvSpPr txBox="1"/>
          <p:nvPr/>
        </p:nvSpPr>
        <p:spPr>
          <a:xfrm>
            <a:off x="70358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E9FC4C-9F15-43BF-B3F1-5911ADD5AA19}"/>
              </a:ext>
            </a:extLst>
          </p:cNvPr>
          <p:cNvSpPr txBox="1"/>
          <p:nvPr/>
        </p:nvSpPr>
        <p:spPr>
          <a:xfrm>
            <a:off x="73152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0354A6-07C4-41F6-9FBA-80A901F96171}"/>
              </a:ext>
            </a:extLst>
          </p:cNvPr>
          <p:cNvSpPr txBox="1"/>
          <p:nvPr/>
        </p:nvSpPr>
        <p:spPr>
          <a:xfrm>
            <a:off x="92710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D34BCE-50D4-4038-8CCD-C597972A920E}"/>
              </a:ext>
            </a:extLst>
          </p:cNvPr>
          <p:cNvSpPr txBox="1"/>
          <p:nvPr/>
        </p:nvSpPr>
        <p:spPr>
          <a:xfrm>
            <a:off x="95504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 작성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B8B96E-94FB-4B93-8DEE-5761102244A5}"/>
              </a:ext>
            </a:extLst>
          </p:cNvPr>
          <p:cNvSpPr txBox="1"/>
          <p:nvPr/>
        </p:nvSpPr>
        <p:spPr>
          <a:xfrm>
            <a:off x="8001000" y="6172200"/>
            <a:ext cx="3581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자료</a:t>
            </a:r>
            <a:r>
              <a:rPr lang="en-US" altLang="ko-KR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가상의 도서관 이용통계</a:t>
            </a:r>
          </a:p>
        </p:txBody>
      </p:sp>
    </p:spTree>
    <p:extLst>
      <p:ext uri="{BB962C8B-B14F-4D97-AF65-F5344CB8AC3E}">
        <p14:creationId xmlns:p14="http://schemas.microsoft.com/office/powerpoint/2010/main" val="88929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C8FFF-888F-4C63-8CE5-DB949F6AA3D0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9A0EA-7605-4E2B-BD63-92803319BE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9C2AC-DDA8-4247-BD05-E2F16CEF89D4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이번에는 어디까지 부탁해볼까요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D587AC7-79B6-413E-9A18-ECF2B9E5210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88442E-B220-4E03-8158-0069C3C5009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B6C69-64C3-4391-92DD-8DE26F3BE56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E3723-50C1-49AE-AB17-8BBE1AF19C09}"/>
              </a:ext>
            </a:extLst>
          </p:cNvPr>
          <p:cNvSpPr txBox="1"/>
          <p:nvPr/>
        </p:nvSpPr>
        <p:spPr>
          <a:xfrm>
            <a:off x="609600" y="1866900"/>
            <a:ext cx="495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업무 요청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B135AC-177F-436A-911B-396BD60A797F}"/>
              </a:ext>
            </a:extLst>
          </p:cNvPr>
          <p:cNvSpPr/>
          <p:nvPr/>
        </p:nvSpPr>
        <p:spPr>
          <a:xfrm>
            <a:off x="6096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D6DF2-8486-43EB-A5BC-0A1F3353E596}"/>
              </a:ext>
            </a:extLst>
          </p:cNvPr>
          <p:cNvSpPr txBox="1"/>
          <p:nvPr/>
        </p:nvSpPr>
        <p:spPr>
          <a:xfrm>
            <a:off x="8001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BDB06-8B1C-4DD6-A7D4-3A3365F28C09}"/>
              </a:ext>
            </a:extLst>
          </p:cNvPr>
          <p:cNvSpPr txBox="1"/>
          <p:nvPr/>
        </p:nvSpPr>
        <p:spPr>
          <a:xfrm>
            <a:off x="7493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</a:t>
            </a:r>
            <a:r>
              <a:rPr lang="en-US" altLang="ko-KR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
하나로 통합하기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B1E6E-DF0A-479B-AEEE-496CF4CBF6AD}"/>
              </a:ext>
            </a:extLst>
          </p:cNvPr>
          <p:cNvSpPr txBox="1"/>
          <p:nvPr/>
        </p:nvSpPr>
        <p:spPr>
          <a:xfrm>
            <a:off x="26416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98E1C8-CB29-4260-8714-D9788E6A081B}"/>
              </a:ext>
            </a:extLst>
          </p:cNvPr>
          <p:cNvSpPr/>
          <p:nvPr/>
        </p:nvSpPr>
        <p:spPr>
          <a:xfrm>
            <a:off x="28448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49671-F2A5-42C8-A686-D46912067BBC}"/>
              </a:ext>
            </a:extLst>
          </p:cNvPr>
          <p:cNvSpPr txBox="1"/>
          <p:nvPr/>
        </p:nvSpPr>
        <p:spPr>
          <a:xfrm>
            <a:off x="30353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56EE7-7289-47F2-A603-385A46DD650A}"/>
              </a:ext>
            </a:extLst>
          </p:cNvPr>
          <p:cNvSpPr txBox="1"/>
          <p:nvPr/>
        </p:nvSpPr>
        <p:spPr>
          <a:xfrm>
            <a:off x="29845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대출</a:t>
            </a:r>
            <a:r>
              <a:rPr lang="en-US" altLang="ko-KR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
건수 집계하기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07BAE-23FB-4B69-9525-8C6221415250}"/>
              </a:ext>
            </a:extLst>
          </p:cNvPr>
          <p:cNvSpPr txBox="1"/>
          <p:nvPr/>
        </p:nvSpPr>
        <p:spPr>
          <a:xfrm>
            <a:off x="48768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A39CDE0-E327-4F32-AA19-E2EF6118D9EE}"/>
              </a:ext>
            </a:extLst>
          </p:cNvPr>
          <p:cNvSpPr/>
          <p:nvPr/>
        </p:nvSpPr>
        <p:spPr>
          <a:xfrm>
            <a:off x="50800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A8ECA-617E-4ACC-A926-F1DDF9808B0A}"/>
              </a:ext>
            </a:extLst>
          </p:cNvPr>
          <p:cNvSpPr txBox="1"/>
          <p:nvPr/>
        </p:nvSpPr>
        <p:spPr>
          <a:xfrm>
            <a:off x="52705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DEDC31-C92A-47F8-9091-DFE64863F79B}"/>
              </a:ext>
            </a:extLst>
          </p:cNvPr>
          <p:cNvSpPr txBox="1"/>
          <p:nvPr/>
        </p:nvSpPr>
        <p:spPr>
          <a:xfrm>
            <a:off x="52197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시트
만들기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5DFD9-A9D3-4FD7-9AD8-363A17396BD6}"/>
              </a:ext>
            </a:extLst>
          </p:cNvPr>
          <p:cNvSpPr txBox="1"/>
          <p:nvPr/>
        </p:nvSpPr>
        <p:spPr>
          <a:xfrm>
            <a:off x="71120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733DC93-C621-416E-B3AE-70B763CFF5DB}"/>
              </a:ext>
            </a:extLst>
          </p:cNvPr>
          <p:cNvSpPr/>
          <p:nvPr/>
        </p:nvSpPr>
        <p:spPr>
          <a:xfrm>
            <a:off x="73152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A2145-7F8A-4840-AC7D-6F977FACDA79}"/>
              </a:ext>
            </a:extLst>
          </p:cNvPr>
          <p:cNvSpPr txBox="1"/>
          <p:nvPr/>
        </p:nvSpPr>
        <p:spPr>
          <a:xfrm>
            <a:off x="75057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BF320-1EAB-4733-BF49-48885B868084}"/>
              </a:ext>
            </a:extLst>
          </p:cNvPr>
          <p:cNvSpPr txBox="1"/>
          <p:nvPr/>
        </p:nvSpPr>
        <p:spPr>
          <a:xfrm>
            <a:off x="74549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변화
그래프 만들기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0E8C58-EACB-4AE5-AF56-A18EFEC42D78}"/>
              </a:ext>
            </a:extLst>
          </p:cNvPr>
          <p:cNvSpPr txBox="1"/>
          <p:nvPr/>
        </p:nvSpPr>
        <p:spPr>
          <a:xfrm>
            <a:off x="9347200" y="3009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6CFFAF4-6403-4D9C-9882-668FEC3A5663}"/>
              </a:ext>
            </a:extLst>
          </p:cNvPr>
          <p:cNvSpPr/>
          <p:nvPr/>
        </p:nvSpPr>
        <p:spPr>
          <a:xfrm>
            <a:off x="9550400" y="2413000"/>
            <a:ext cx="2032000" cy="152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7B9F4-312C-4E14-AA7A-9126EE632568}"/>
              </a:ext>
            </a:extLst>
          </p:cNvPr>
          <p:cNvSpPr txBox="1"/>
          <p:nvPr/>
        </p:nvSpPr>
        <p:spPr>
          <a:xfrm>
            <a:off x="9740900" y="25908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A5CF75-8BBE-427D-BB3A-2B465A46F853}"/>
              </a:ext>
            </a:extLst>
          </p:cNvPr>
          <p:cNvSpPr txBox="1"/>
          <p:nvPr/>
        </p:nvSpPr>
        <p:spPr>
          <a:xfrm>
            <a:off x="9690100" y="3111500"/>
            <a:ext cx="177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완성된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
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저장하기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04E0B8B-648D-443E-B762-5C8937DDF3CC}"/>
              </a:ext>
            </a:extLst>
          </p:cNvPr>
          <p:cNvSpPr/>
          <p:nvPr/>
        </p:nvSpPr>
        <p:spPr>
          <a:xfrm>
            <a:off x="609600" y="4178300"/>
            <a:ext cx="10972800" cy="17526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B5A932-0E42-47A6-AFE2-DAB0FAF1B6E9}"/>
              </a:ext>
            </a:extLst>
          </p:cNvPr>
          <p:cNvSpPr txBox="1"/>
          <p:nvPr/>
        </p:nvSpPr>
        <p:spPr>
          <a:xfrm>
            <a:off x="863600" y="4368800"/>
            <a:ext cx="2628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번의 자연어 요청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BAD0AE-AEF2-49B9-BCAA-EC1061A755F9}"/>
              </a:ext>
            </a:extLst>
          </p:cNvPr>
          <p:cNvSpPr txBox="1"/>
          <p:nvPr/>
        </p:nvSpPr>
        <p:spPr>
          <a:xfrm>
            <a:off x="863600" y="4724400"/>
            <a:ext cx="104648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있는 월별 이용통계 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모두 확인해서
하나의 파일로 통합하고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대출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 현황을 집계해 주세요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시트와 월별 변화 그래프를 만들고
완성된 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파일로 저장해 주세요</a:t>
            </a:r>
            <a:r>
              <a:rPr lang="en-US" altLang="ko-KR" sz="16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E100A-B79D-4351-AD0A-DC7B5AFA4FB9}"/>
              </a:ext>
            </a:extLst>
          </p:cNvPr>
          <p:cNvSpPr txBox="1"/>
          <p:nvPr/>
        </p:nvSpPr>
        <p:spPr>
          <a:xfrm>
            <a:off x="609600" y="6057900"/>
            <a:ext cx="10972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요청으로</a:t>
            </a:r>
            <a:r>
              <a:rPr lang="en-US" altLang="ko-KR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통합부터 완성 파일 저장까지</a:t>
            </a:r>
          </a:p>
        </p:txBody>
      </p:sp>
    </p:spTree>
    <p:extLst>
      <p:ext uri="{BB962C8B-B14F-4D97-AF65-F5344CB8AC3E}">
        <p14:creationId xmlns:p14="http://schemas.microsoft.com/office/powerpoint/2010/main" val="415198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A2162-C6F5-4D1E-BAC4-2878F04DE97A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2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3881B2-3CB7-4EF7-9A92-B6C678FF4CAC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619B7-501D-4796-9297-E12EE6CF2EFD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반복될수록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차이는 커집니다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293FA5-7012-4777-8D4A-118AA69FC7D2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221B6A-1289-48FD-B5C4-95CC23078052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9FA41-6D65-4676-BE09-7E4927F3DA1F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12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00FDA1-479C-422F-9911-30AA10606C88}"/>
              </a:ext>
            </a:extLst>
          </p:cNvPr>
          <p:cNvSpPr/>
          <p:nvPr/>
        </p:nvSpPr>
        <p:spPr>
          <a:xfrm>
            <a:off x="609600" y="1879600"/>
            <a:ext cx="2336800" cy="3111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AC042C-675A-4E77-94DB-DE9DA28AE8E3}"/>
              </a:ext>
            </a:extLst>
          </p:cNvPr>
          <p:cNvSpPr/>
          <p:nvPr/>
        </p:nvSpPr>
        <p:spPr>
          <a:xfrm>
            <a:off x="3149600" y="1879600"/>
            <a:ext cx="3175000" cy="3111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1A0BA-7130-485C-9AE1-49B9504F4BCF}"/>
              </a:ext>
            </a:extLst>
          </p:cNvPr>
          <p:cNvSpPr txBox="1"/>
          <p:nvPr/>
        </p:nvSpPr>
        <p:spPr>
          <a:xfrm>
            <a:off x="787400" y="2044700"/>
            <a:ext cx="1981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Before</a:t>
            </a:r>
            <a:endParaRPr lang="ko-KR" altLang="en-US" sz="20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FACDF-6612-44BD-9F63-1600496AECCE}"/>
              </a:ext>
            </a:extLst>
          </p:cNvPr>
          <p:cNvSpPr txBox="1"/>
          <p:nvPr/>
        </p:nvSpPr>
        <p:spPr>
          <a:xfrm>
            <a:off x="3340100" y="2044700"/>
            <a:ext cx="279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After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2E2AC-91FA-4B50-B6A5-F987DB8C998A}"/>
              </a:ext>
            </a:extLst>
          </p:cNvPr>
          <p:cNvSpPr txBox="1"/>
          <p:nvPr/>
        </p:nvSpPr>
        <p:spPr>
          <a:xfrm>
            <a:off x="749300" y="2565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열기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764C43-3D26-40FF-B933-9355BBCDB6BD}"/>
              </a:ext>
            </a:extLst>
          </p:cNvPr>
          <p:cNvSpPr txBox="1"/>
          <p:nvPr/>
        </p:nvSpPr>
        <p:spPr>
          <a:xfrm>
            <a:off x="1587500" y="2794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354C62-21D6-4B89-A93C-EECBFFF30BC9}"/>
              </a:ext>
            </a:extLst>
          </p:cNvPr>
          <p:cNvSpPr txBox="1"/>
          <p:nvPr/>
        </p:nvSpPr>
        <p:spPr>
          <a:xfrm>
            <a:off x="749300" y="2946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붙여넣기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B7C34-D454-4E9A-A241-FEB334484B64}"/>
              </a:ext>
            </a:extLst>
          </p:cNvPr>
          <p:cNvSpPr txBox="1"/>
          <p:nvPr/>
        </p:nvSpPr>
        <p:spPr>
          <a:xfrm>
            <a:off x="1587500" y="3175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534171-D09A-4B44-9A7C-9BA07489A7A1}"/>
              </a:ext>
            </a:extLst>
          </p:cNvPr>
          <p:cNvSpPr txBox="1"/>
          <p:nvPr/>
        </p:nvSpPr>
        <p:spPr>
          <a:xfrm>
            <a:off x="749300" y="3327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23590-4F33-4178-AE21-0F4DD4426C54}"/>
              </a:ext>
            </a:extLst>
          </p:cNvPr>
          <p:cNvSpPr txBox="1"/>
          <p:nvPr/>
        </p:nvSpPr>
        <p:spPr>
          <a:xfrm>
            <a:off x="1587500" y="3556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4207F-5E11-4EBE-B74B-7175CC822029}"/>
              </a:ext>
            </a:extLst>
          </p:cNvPr>
          <p:cNvSpPr txBox="1"/>
          <p:nvPr/>
        </p:nvSpPr>
        <p:spPr>
          <a:xfrm>
            <a:off x="749300" y="3708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집계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DA1A9F-4A1F-4815-BFEE-34432CD296F5}"/>
              </a:ext>
            </a:extLst>
          </p:cNvPr>
          <p:cNvSpPr txBox="1"/>
          <p:nvPr/>
        </p:nvSpPr>
        <p:spPr>
          <a:xfrm>
            <a:off x="1587500" y="3937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7BB91-3311-4C25-8D6A-EDEC50E801CC}"/>
              </a:ext>
            </a:extLst>
          </p:cNvPr>
          <p:cNvSpPr txBox="1"/>
          <p:nvPr/>
        </p:nvSpPr>
        <p:spPr>
          <a:xfrm>
            <a:off x="749300" y="4089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 작성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45C17-4136-4EA4-8025-FB223209A28F}"/>
              </a:ext>
            </a:extLst>
          </p:cNvPr>
          <p:cNvSpPr txBox="1"/>
          <p:nvPr/>
        </p:nvSpPr>
        <p:spPr>
          <a:xfrm>
            <a:off x="1587500" y="43180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32966-CE90-4998-944B-F4B982A7E8C9}"/>
              </a:ext>
            </a:extLst>
          </p:cNvPr>
          <p:cNvSpPr txBox="1"/>
          <p:nvPr/>
        </p:nvSpPr>
        <p:spPr>
          <a:xfrm>
            <a:off x="749300" y="44704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저장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05185A-F21E-4D57-8CE7-833EB78B829C}"/>
              </a:ext>
            </a:extLst>
          </p:cNvPr>
          <p:cNvSpPr txBox="1"/>
          <p:nvPr/>
        </p:nvSpPr>
        <p:spPr>
          <a:xfrm>
            <a:off x="3340100" y="26416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결과를
자연어로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6A1ED-5ED3-4100-8151-0F46A1717F36}"/>
              </a:ext>
            </a:extLst>
          </p:cNvPr>
          <p:cNvSpPr txBox="1"/>
          <p:nvPr/>
        </p:nvSpPr>
        <p:spPr>
          <a:xfrm>
            <a:off x="4483100" y="32893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081F9B-8AF8-45B4-AB9E-9B67AC319130}"/>
              </a:ext>
            </a:extLst>
          </p:cNvPr>
          <p:cNvSpPr txBox="1"/>
          <p:nvPr/>
        </p:nvSpPr>
        <p:spPr>
          <a:xfrm>
            <a:off x="3340100" y="36322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여러 단계의
작업 수행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91C2B-2316-4A8A-85CD-A3C6DF466E96}"/>
              </a:ext>
            </a:extLst>
          </p:cNvPr>
          <p:cNvSpPr txBox="1"/>
          <p:nvPr/>
        </p:nvSpPr>
        <p:spPr>
          <a:xfrm>
            <a:off x="4483100" y="4191000"/>
            <a:ext cx="50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19CDBEE-D52F-4C0D-87F3-E0DD7D331238}"/>
              </a:ext>
            </a:extLst>
          </p:cNvPr>
          <p:cNvSpPr/>
          <p:nvPr/>
        </p:nvSpPr>
        <p:spPr>
          <a:xfrm>
            <a:off x="3327400" y="4483100"/>
            <a:ext cx="2819400" cy="3937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727FD8-4D6A-4EB8-A5E7-9767ADD0BE43}"/>
              </a:ext>
            </a:extLst>
          </p:cNvPr>
          <p:cNvSpPr txBox="1"/>
          <p:nvPr/>
        </p:nvSpPr>
        <p:spPr>
          <a:xfrm>
            <a:off x="3378200" y="4495800"/>
            <a:ext cx="271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</a:t>
            </a:r>
            <a:r>
              <a:rPr lang="en-US" altLang="ko-KR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</a:t>
            </a:r>
          </a:p>
        </p:txBody>
      </p:sp>
      <p:sp>
        <p:nvSpPr>
          <p:cNvPr id="29" name="실제 시연 결과 스크린샷 삽입 영역">
            <a:extLst>
              <a:ext uri="{FF2B5EF4-FFF2-40B4-BE49-F238E27FC236}">
                <a16:creationId xmlns:a16="http://schemas.microsoft.com/office/drawing/2014/main" id="{7EC5226B-0342-4C4C-BF2B-FDDD9752F1E3}"/>
              </a:ext>
            </a:extLst>
          </p:cNvPr>
          <p:cNvSpPr/>
          <p:nvPr/>
        </p:nvSpPr>
        <p:spPr>
          <a:xfrm>
            <a:off x="6553200" y="1879600"/>
            <a:ext cx="5029200" cy="3111500"/>
          </a:xfrm>
          <a:prstGeom prst="roundRect">
            <a:avLst>
              <a:gd name="adj" fmla="val 13000"/>
            </a:avLst>
          </a:prstGeom>
          <a:solidFill>
            <a:srgbClr val="FAFBFD"/>
          </a:solidFill>
          <a:ln w="15240" cap="flat" cmpd="sng" algn="ctr">
            <a:solidFill>
              <a:srgbClr val="DCE5E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811221-8A3F-44E5-AF87-42A6C6592D45}"/>
              </a:ext>
            </a:extLst>
          </p:cNvPr>
          <p:cNvSpPr txBox="1"/>
          <p:nvPr/>
        </p:nvSpPr>
        <p:spPr>
          <a:xfrm>
            <a:off x="6807200" y="2171700"/>
            <a:ext cx="4521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시연 결과 삽입 영역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255711F-C419-4FAA-B618-ED75E2C91ADD}"/>
              </a:ext>
            </a:extLst>
          </p:cNvPr>
          <p:cNvCxnSpPr/>
          <p:nvPr/>
        </p:nvCxnSpPr>
        <p:spPr>
          <a:xfrm>
            <a:off x="8864600" y="2921000"/>
            <a:ext cx="406400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708C3F0-D584-4900-AC03-780267A02E2C}"/>
              </a:ext>
            </a:extLst>
          </p:cNvPr>
          <p:cNvCxnSpPr/>
          <p:nvPr/>
        </p:nvCxnSpPr>
        <p:spPr>
          <a:xfrm>
            <a:off x="9067800" y="2717800"/>
            <a:ext cx="0" cy="4064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C1F3DE-A833-40E6-BFD3-1A1C85BF77FF}"/>
              </a:ext>
            </a:extLst>
          </p:cNvPr>
          <p:cNvSpPr txBox="1"/>
          <p:nvPr/>
        </p:nvSpPr>
        <p:spPr>
          <a:xfrm>
            <a:off x="6769100" y="3416300"/>
            <a:ext cx="459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단행본 대출</a:t>
            </a:r>
            <a:r>
              <a:rPr lang="en-US" altLang="ko-KR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반납 건수
변화 그래프와 요약표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31525C-B49C-49E9-9E47-16ABF6F98DAF}"/>
              </a:ext>
            </a:extLst>
          </p:cNvPr>
          <p:cNvSpPr txBox="1"/>
          <p:nvPr/>
        </p:nvSpPr>
        <p:spPr>
          <a:xfrm>
            <a:off x="6781800" y="45085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후 실제 스크린샷으로 교체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930B7-2DF6-4F94-819B-84F60835BC98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하는 작업보다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매주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반복하는 작업에서 더 유용합니다</a:t>
            </a:r>
            <a:r>
              <a:rPr lang="en-US" altLang="ko-KR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874C0FF-D49F-4403-9490-8A620002D0A2}"/>
              </a:ext>
            </a:extLst>
          </p:cNvPr>
          <p:cNvSpPr/>
          <p:nvPr/>
        </p:nvSpPr>
        <p:spPr>
          <a:xfrm>
            <a:off x="1854200" y="5651500"/>
            <a:ext cx="14859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7CF9A-4ED5-47A5-BDB2-17277C25E113}"/>
              </a:ext>
            </a:extLst>
          </p:cNvPr>
          <p:cNvSpPr txBox="1"/>
          <p:nvPr/>
        </p:nvSpPr>
        <p:spPr>
          <a:xfrm>
            <a:off x="1917700" y="5676900"/>
            <a:ext cx="13589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월별 통계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3553DB4-CCE1-44A0-BBDB-FB5DEE4B9766}"/>
              </a:ext>
            </a:extLst>
          </p:cNvPr>
          <p:cNvSpPr/>
          <p:nvPr/>
        </p:nvSpPr>
        <p:spPr>
          <a:xfrm>
            <a:off x="3492500" y="5651500"/>
            <a:ext cx="18542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095880-184F-499C-9051-5EEA6F2CF60E}"/>
              </a:ext>
            </a:extLst>
          </p:cNvPr>
          <p:cNvSpPr txBox="1"/>
          <p:nvPr/>
        </p:nvSpPr>
        <p:spPr>
          <a:xfrm>
            <a:off x="3556000" y="5676900"/>
            <a:ext cx="1727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 보고자료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B2AA5B7-912F-43ED-9EEB-1A63BE8F88AF}"/>
              </a:ext>
            </a:extLst>
          </p:cNvPr>
          <p:cNvSpPr/>
          <p:nvPr/>
        </p:nvSpPr>
        <p:spPr>
          <a:xfrm>
            <a:off x="5499100" y="5651500"/>
            <a:ext cx="19050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37E95A-002E-4FF8-BA6C-FB832D1F7EE0}"/>
              </a:ext>
            </a:extLst>
          </p:cNvPr>
          <p:cNvSpPr txBox="1"/>
          <p:nvPr/>
        </p:nvSpPr>
        <p:spPr>
          <a:xfrm>
            <a:off x="5562600" y="56769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취합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43AEC33-B0A1-4686-9E85-908D83F9219F}"/>
              </a:ext>
            </a:extLst>
          </p:cNvPr>
          <p:cNvSpPr/>
          <p:nvPr/>
        </p:nvSpPr>
        <p:spPr>
          <a:xfrm>
            <a:off x="7556500" y="5651500"/>
            <a:ext cx="2616200" cy="3175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5DD416-D5D3-4501-8185-3F564340D05F}"/>
              </a:ext>
            </a:extLst>
          </p:cNvPr>
          <p:cNvSpPr txBox="1"/>
          <p:nvPr/>
        </p:nvSpPr>
        <p:spPr>
          <a:xfrm>
            <a:off x="7620000" y="5676900"/>
            <a:ext cx="248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반복적인 데이터 정리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638A47-EE5B-4017-A978-50ABCE25AF92}"/>
              </a:ext>
            </a:extLst>
          </p:cNvPr>
          <p:cNvSpPr txBox="1"/>
          <p:nvPr/>
        </p:nvSpPr>
        <p:spPr>
          <a:xfrm>
            <a:off x="609600" y="60833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지금까지는 이미 있는 파일을 처리했습니다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필요한 도구가 아예 없다면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와이드스크린</PresentationFormat>
  <Paragraphs>256</Paragraphs>
  <Slides>12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ajou</dc:creator>
  <cp:lastModifiedBy>ajou</cp:lastModifiedBy>
  <cp:revision>1</cp:revision>
  <dcterms:created xsi:type="dcterms:W3CDTF">2026-09-10T07:39:33Z</dcterms:created>
  <dcterms:modified xsi:type="dcterms:W3CDTF">2026-09-10T07:39:33Z</dcterms:modified>
</cp:coreProperties>
</file>